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1999" cy="7559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8000" y="967552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6191" y="877532"/>
            <a:ext cx="8001016" cy="896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899" y="1301077"/>
            <a:ext cx="4486275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0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3929379"/>
            <a:chOff x="0" y="0"/>
            <a:chExt cx="10692130" cy="39293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1999" cy="39290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345704" y="503999"/>
              <a:ext cx="6000750" cy="266700"/>
            </a:xfrm>
            <a:custGeom>
              <a:avLst/>
              <a:gdLst/>
              <a:ahLst/>
              <a:cxnLst/>
              <a:rect l="l" t="t" r="r" b="b"/>
              <a:pathLst>
                <a:path w="6000750" h="266700">
                  <a:moveTo>
                    <a:pt x="5867242" y="266700"/>
                  </a:moveTo>
                  <a:lnTo>
                    <a:pt x="133350" y="266700"/>
                  </a:lnTo>
                  <a:lnTo>
                    <a:pt x="91318" y="259872"/>
                  </a:lnTo>
                  <a:lnTo>
                    <a:pt x="54726" y="240883"/>
                  </a:lnTo>
                  <a:lnTo>
                    <a:pt x="25816" y="211973"/>
                  </a:lnTo>
                  <a:lnTo>
                    <a:pt x="6827" y="175381"/>
                  </a:lnTo>
                  <a:lnTo>
                    <a:pt x="0" y="133350"/>
                  </a:lnTo>
                  <a:lnTo>
                    <a:pt x="6827" y="91318"/>
                  </a:lnTo>
                  <a:lnTo>
                    <a:pt x="25816" y="54726"/>
                  </a:lnTo>
                  <a:lnTo>
                    <a:pt x="54726" y="25816"/>
                  </a:lnTo>
                  <a:lnTo>
                    <a:pt x="91318" y="6827"/>
                  </a:lnTo>
                  <a:lnTo>
                    <a:pt x="133350" y="0"/>
                  </a:lnTo>
                  <a:lnTo>
                    <a:pt x="5867242" y="0"/>
                  </a:lnTo>
                  <a:lnTo>
                    <a:pt x="5909273" y="6827"/>
                  </a:lnTo>
                  <a:lnTo>
                    <a:pt x="5945865" y="25816"/>
                  </a:lnTo>
                  <a:lnTo>
                    <a:pt x="5974775" y="54726"/>
                  </a:lnTo>
                  <a:lnTo>
                    <a:pt x="5993764" y="91318"/>
                  </a:lnTo>
                  <a:lnTo>
                    <a:pt x="6000592" y="133350"/>
                  </a:lnTo>
                  <a:lnTo>
                    <a:pt x="5993764" y="175381"/>
                  </a:lnTo>
                  <a:lnTo>
                    <a:pt x="5974775" y="211973"/>
                  </a:lnTo>
                  <a:lnTo>
                    <a:pt x="5945865" y="240883"/>
                  </a:lnTo>
                  <a:lnTo>
                    <a:pt x="5909273" y="259872"/>
                  </a:lnTo>
                  <a:lnTo>
                    <a:pt x="5867242" y="266700"/>
                  </a:lnTo>
                  <a:close/>
                </a:path>
              </a:pathLst>
            </a:custGeom>
            <a:solidFill>
              <a:srgbClr val="6266F0">
                <a:alpha val="1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45704" y="503999"/>
              <a:ext cx="6000750" cy="266700"/>
            </a:xfrm>
            <a:custGeom>
              <a:avLst/>
              <a:gdLst/>
              <a:ahLst/>
              <a:cxnLst/>
              <a:rect l="l" t="t" r="r" b="b"/>
              <a:pathLst>
                <a:path w="6000750" h="266700">
                  <a:moveTo>
                    <a:pt x="5867242" y="266700"/>
                  </a:moveTo>
                  <a:lnTo>
                    <a:pt x="133350" y="266700"/>
                  </a:lnTo>
                  <a:lnTo>
                    <a:pt x="91318" y="259872"/>
                  </a:lnTo>
                  <a:lnTo>
                    <a:pt x="54726" y="240883"/>
                  </a:lnTo>
                  <a:lnTo>
                    <a:pt x="25816" y="211973"/>
                  </a:lnTo>
                  <a:lnTo>
                    <a:pt x="6827" y="175381"/>
                  </a:lnTo>
                  <a:lnTo>
                    <a:pt x="0" y="133350"/>
                  </a:lnTo>
                  <a:lnTo>
                    <a:pt x="6827" y="91318"/>
                  </a:lnTo>
                  <a:lnTo>
                    <a:pt x="25816" y="54726"/>
                  </a:lnTo>
                  <a:lnTo>
                    <a:pt x="54726" y="25816"/>
                  </a:lnTo>
                  <a:lnTo>
                    <a:pt x="91318" y="6827"/>
                  </a:lnTo>
                  <a:lnTo>
                    <a:pt x="133350" y="0"/>
                  </a:lnTo>
                  <a:lnTo>
                    <a:pt x="5867242" y="0"/>
                  </a:lnTo>
                  <a:lnTo>
                    <a:pt x="5909273" y="6827"/>
                  </a:lnTo>
                  <a:lnTo>
                    <a:pt x="5914471" y="9525"/>
                  </a:lnTo>
                  <a:lnTo>
                    <a:pt x="133350" y="9525"/>
                  </a:lnTo>
                  <a:lnTo>
                    <a:pt x="85271" y="19295"/>
                  </a:lnTo>
                  <a:lnTo>
                    <a:pt x="45898" y="45898"/>
                  </a:lnTo>
                  <a:lnTo>
                    <a:pt x="19295" y="85271"/>
                  </a:lnTo>
                  <a:lnTo>
                    <a:pt x="9525" y="133350"/>
                  </a:lnTo>
                  <a:lnTo>
                    <a:pt x="19295" y="181428"/>
                  </a:lnTo>
                  <a:lnTo>
                    <a:pt x="45898" y="220801"/>
                  </a:lnTo>
                  <a:lnTo>
                    <a:pt x="85271" y="247404"/>
                  </a:lnTo>
                  <a:lnTo>
                    <a:pt x="133350" y="257175"/>
                  </a:lnTo>
                  <a:lnTo>
                    <a:pt x="5914471" y="257175"/>
                  </a:lnTo>
                  <a:lnTo>
                    <a:pt x="5909273" y="259872"/>
                  </a:lnTo>
                  <a:lnTo>
                    <a:pt x="5867242" y="266700"/>
                  </a:lnTo>
                  <a:close/>
                </a:path>
                <a:path w="6000750" h="266700">
                  <a:moveTo>
                    <a:pt x="5914471" y="257175"/>
                  </a:moveTo>
                  <a:lnTo>
                    <a:pt x="5867242" y="257175"/>
                  </a:lnTo>
                  <a:lnTo>
                    <a:pt x="5915320" y="247404"/>
                  </a:lnTo>
                  <a:lnTo>
                    <a:pt x="5954693" y="220801"/>
                  </a:lnTo>
                  <a:lnTo>
                    <a:pt x="5981296" y="181428"/>
                  </a:lnTo>
                  <a:lnTo>
                    <a:pt x="5991067" y="133350"/>
                  </a:lnTo>
                  <a:lnTo>
                    <a:pt x="5981296" y="85271"/>
                  </a:lnTo>
                  <a:lnTo>
                    <a:pt x="5954693" y="45898"/>
                  </a:lnTo>
                  <a:lnTo>
                    <a:pt x="5915320" y="19295"/>
                  </a:lnTo>
                  <a:lnTo>
                    <a:pt x="5867242" y="9525"/>
                  </a:lnTo>
                  <a:lnTo>
                    <a:pt x="5914471" y="9525"/>
                  </a:lnTo>
                  <a:lnTo>
                    <a:pt x="5945865" y="25816"/>
                  </a:lnTo>
                  <a:lnTo>
                    <a:pt x="5974775" y="54726"/>
                  </a:lnTo>
                  <a:lnTo>
                    <a:pt x="5993764" y="91318"/>
                  </a:lnTo>
                  <a:lnTo>
                    <a:pt x="6000592" y="133350"/>
                  </a:lnTo>
                  <a:lnTo>
                    <a:pt x="5993764" y="175381"/>
                  </a:lnTo>
                  <a:lnTo>
                    <a:pt x="5974775" y="211973"/>
                  </a:lnTo>
                  <a:lnTo>
                    <a:pt x="5945865" y="240883"/>
                  </a:lnTo>
                  <a:lnTo>
                    <a:pt x="5914471" y="257175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513979" y="521837"/>
            <a:ext cx="56483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50" b="1">
                <a:solidFill>
                  <a:srgbClr val="A5B3FB"/>
                </a:solidFill>
                <a:latin typeface="Arial"/>
                <a:cs typeface="Arial"/>
              </a:rPr>
              <a:t>B.</a:t>
            </a:r>
            <a:r>
              <a:rPr dirty="0" sz="1050" spc="-180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55" b="1">
                <a:solidFill>
                  <a:srgbClr val="A5B3FB"/>
                </a:solidFill>
                <a:latin typeface="Arial"/>
                <a:cs typeface="Arial"/>
              </a:rPr>
              <a:t>E.</a:t>
            </a:r>
            <a:r>
              <a:rPr dirty="0" sz="1050" spc="229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85" b="1">
                <a:solidFill>
                  <a:srgbClr val="A5B3FB"/>
                </a:solidFill>
                <a:latin typeface="Arial"/>
                <a:cs typeface="Arial"/>
              </a:rPr>
              <a:t>COMPUTER</a:t>
            </a:r>
            <a:r>
              <a:rPr dirty="0" sz="1050" spc="229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90" b="1">
                <a:solidFill>
                  <a:srgbClr val="A5B3FB"/>
                </a:solidFill>
                <a:latin typeface="Arial"/>
                <a:cs typeface="Arial"/>
              </a:rPr>
              <a:t>SCIENCE</a:t>
            </a:r>
            <a:r>
              <a:rPr dirty="0" sz="1050" spc="229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65" b="1">
                <a:solidFill>
                  <a:srgbClr val="A5B3FB"/>
                </a:solidFill>
                <a:latin typeface="Arial"/>
                <a:cs typeface="Arial"/>
              </a:rPr>
              <a:t>AND</a:t>
            </a:r>
            <a:r>
              <a:rPr dirty="0" sz="1050" spc="229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95" b="1">
                <a:solidFill>
                  <a:srgbClr val="A5B3FB"/>
                </a:solidFill>
                <a:latin typeface="Arial"/>
                <a:cs typeface="Arial"/>
              </a:rPr>
              <a:t>ENGINEERING</a:t>
            </a:r>
            <a:r>
              <a:rPr dirty="0" sz="1050" spc="229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5B3FB"/>
                </a:solidFill>
                <a:latin typeface="Arial"/>
                <a:cs typeface="Arial"/>
              </a:rPr>
              <a:t>•</a:t>
            </a:r>
            <a:r>
              <a:rPr dirty="0" sz="1050" spc="229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80" b="1">
                <a:solidFill>
                  <a:srgbClr val="A5B3FB"/>
                </a:solidFill>
                <a:latin typeface="Arial"/>
                <a:cs typeface="Arial"/>
              </a:rPr>
              <a:t>PROJECT</a:t>
            </a:r>
            <a:r>
              <a:rPr dirty="0" sz="1050" spc="229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70" b="1">
                <a:solidFill>
                  <a:srgbClr val="A5B3FB"/>
                </a:solidFill>
                <a:latin typeface="Arial"/>
                <a:cs typeface="Arial"/>
              </a:rPr>
              <a:t>PRESENTATION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2404110" marR="5080" indent="-2381250">
              <a:lnSpc>
                <a:spcPts val="3500"/>
              </a:lnSpc>
              <a:spcBef>
                <a:spcPts val="60"/>
              </a:spcBef>
            </a:pPr>
            <a:r>
              <a:rPr dirty="0" spc="-45"/>
              <a:t>INTELLIGENT</a:t>
            </a:r>
            <a:r>
              <a:rPr dirty="0" spc="-135"/>
              <a:t> </a:t>
            </a:r>
            <a:r>
              <a:rPr dirty="0" spc="-45"/>
              <a:t>STUDENT</a:t>
            </a:r>
            <a:r>
              <a:rPr dirty="0" spc="-130"/>
              <a:t> </a:t>
            </a:r>
            <a:r>
              <a:rPr dirty="0" spc="-35"/>
              <a:t>LEARNING</a:t>
            </a:r>
            <a:r>
              <a:rPr dirty="0" spc="-135"/>
              <a:t> </a:t>
            </a:r>
            <a:r>
              <a:rPr dirty="0" spc="-30"/>
              <a:t>ASSISTANT </a:t>
            </a:r>
            <a:r>
              <a:rPr dirty="0" spc="-20"/>
              <a:t>USING</a:t>
            </a:r>
            <a:r>
              <a:rPr dirty="0" spc="-125"/>
              <a:t> </a:t>
            </a:r>
            <a:r>
              <a:rPr dirty="0" spc="-60"/>
              <a:t>AGENTIC</a:t>
            </a:r>
            <a:r>
              <a:rPr dirty="0" spc="-125"/>
              <a:t> </a:t>
            </a:r>
            <a:r>
              <a:rPr dirty="0" spc="-25"/>
              <a:t>AI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00512" y="1858630"/>
            <a:ext cx="6694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8BCF7"/>
                </a:solidFill>
                <a:latin typeface="Tahoma"/>
                <a:cs typeface="Tahoma"/>
              </a:rPr>
              <a:t>Autonomous</a:t>
            </a:r>
            <a:r>
              <a:rPr dirty="0" sz="1600" spc="-15">
                <a:solidFill>
                  <a:srgbClr val="38BCF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8BCF7"/>
                </a:solidFill>
                <a:latin typeface="Tahoma"/>
                <a:cs typeface="Tahoma"/>
              </a:rPr>
              <a:t>Study</a:t>
            </a:r>
            <a:r>
              <a:rPr dirty="0" sz="1600" spc="-10">
                <a:solidFill>
                  <a:srgbClr val="38BCF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8BCF7"/>
                </a:solidFill>
                <a:latin typeface="Tahoma"/>
                <a:cs typeface="Tahoma"/>
              </a:rPr>
              <a:t>Planning,</a:t>
            </a:r>
            <a:r>
              <a:rPr dirty="0" sz="1600" spc="-10">
                <a:solidFill>
                  <a:srgbClr val="38BCF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8BCF7"/>
                </a:solidFill>
                <a:latin typeface="Tahoma"/>
                <a:cs typeface="Tahoma"/>
              </a:rPr>
              <a:t>Dynamic</a:t>
            </a:r>
            <a:r>
              <a:rPr dirty="0" sz="1600" spc="-10">
                <a:solidFill>
                  <a:srgbClr val="38BCF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8BCF7"/>
                </a:solidFill>
                <a:latin typeface="Tahoma"/>
                <a:cs typeface="Tahoma"/>
              </a:rPr>
              <a:t>Evaluation</a:t>
            </a:r>
            <a:r>
              <a:rPr dirty="0" sz="1600" spc="-15">
                <a:solidFill>
                  <a:srgbClr val="38BCF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8BCF7"/>
                </a:solidFill>
                <a:latin typeface="Tahoma"/>
                <a:cs typeface="Tahoma"/>
              </a:rPr>
              <a:t>&amp;</a:t>
            </a:r>
            <a:r>
              <a:rPr dirty="0" sz="1600" spc="-10">
                <a:solidFill>
                  <a:srgbClr val="38BCF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8BCF7"/>
                </a:solidFill>
                <a:latin typeface="Tahoma"/>
                <a:cs typeface="Tahoma"/>
              </a:rPr>
              <a:t>Adaptive</a:t>
            </a:r>
            <a:r>
              <a:rPr dirty="0" sz="1600" spc="-10">
                <a:solidFill>
                  <a:srgbClr val="38BCF7"/>
                </a:solidFill>
                <a:latin typeface="Tahoma"/>
                <a:cs typeface="Tahoma"/>
              </a:rPr>
              <a:t> Remediation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96541" y="2434395"/>
            <a:ext cx="5699125" cy="991235"/>
            <a:chOff x="2496541" y="2434395"/>
            <a:chExt cx="5699125" cy="991235"/>
          </a:xfrm>
        </p:grpSpPr>
        <p:sp>
          <p:nvSpPr>
            <p:cNvPr id="10" name="object 10"/>
            <p:cNvSpPr/>
            <p:nvPr/>
          </p:nvSpPr>
          <p:spPr>
            <a:xfrm>
              <a:off x="2496541" y="2434395"/>
              <a:ext cx="5699125" cy="991235"/>
            </a:xfrm>
            <a:custGeom>
              <a:avLst/>
              <a:gdLst/>
              <a:ahLst/>
              <a:cxnLst/>
              <a:rect l="l" t="t" r="r" b="b"/>
              <a:pathLst>
                <a:path w="5699125" h="991235">
                  <a:moveTo>
                    <a:pt x="5584617" y="990609"/>
                  </a:moveTo>
                  <a:lnTo>
                    <a:pt x="114300" y="990609"/>
                  </a:lnTo>
                  <a:lnTo>
                    <a:pt x="69919" y="981590"/>
                  </a:lnTo>
                  <a:lnTo>
                    <a:pt x="33575" y="957033"/>
                  </a:lnTo>
                  <a:lnTo>
                    <a:pt x="9018" y="920689"/>
                  </a:lnTo>
                  <a:lnTo>
                    <a:pt x="0" y="876309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5584617" y="0"/>
                  </a:lnTo>
                  <a:lnTo>
                    <a:pt x="5628997" y="9018"/>
                  </a:lnTo>
                  <a:lnTo>
                    <a:pt x="5665341" y="33575"/>
                  </a:lnTo>
                  <a:lnTo>
                    <a:pt x="5689898" y="69919"/>
                  </a:lnTo>
                  <a:lnTo>
                    <a:pt x="5698917" y="114300"/>
                  </a:lnTo>
                  <a:lnTo>
                    <a:pt x="5698917" y="876309"/>
                  </a:lnTo>
                  <a:lnTo>
                    <a:pt x="5689898" y="920689"/>
                  </a:lnTo>
                  <a:lnTo>
                    <a:pt x="5665341" y="957033"/>
                  </a:lnTo>
                  <a:lnTo>
                    <a:pt x="5628997" y="981590"/>
                  </a:lnTo>
                  <a:lnTo>
                    <a:pt x="5584617" y="990609"/>
                  </a:lnTo>
                  <a:close/>
                </a:path>
              </a:pathLst>
            </a:custGeom>
            <a:solidFill>
              <a:srgbClr val="FFFFFF">
                <a:alpha val="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96541" y="2434396"/>
              <a:ext cx="5699125" cy="991235"/>
            </a:xfrm>
            <a:custGeom>
              <a:avLst/>
              <a:gdLst/>
              <a:ahLst/>
              <a:cxnLst/>
              <a:rect l="l" t="t" r="r" b="b"/>
              <a:pathLst>
                <a:path w="5699125" h="991235">
                  <a:moveTo>
                    <a:pt x="5584617" y="990609"/>
                  </a:moveTo>
                  <a:lnTo>
                    <a:pt x="114300" y="990609"/>
                  </a:lnTo>
                  <a:lnTo>
                    <a:pt x="69919" y="981590"/>
                  </a:lnTo>
                  <a:lnTo>
                    <a:pt x="33575" y="957033"/>
                  </a:lnTo>
                  <a:lnTo>
                    <a:pt x="9018" y="920689"/>
                  </a:lnTo>
                  <a:lnTo>
                    <a:pt x="0" y="876309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5584617" y="0"/>
                  </a:lnTo>
                  <a:lnTo>
                    <a:pt x="5628997" y="9018"/>
                  </a:lnTo>
                  <a:lnTo>
                    <a:pt x="5629746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876309"/>
                  </a:lnTo>
                  <a:lnTo>
                    <a:pt x="17792" y="916991"/>
                  </a:lnTo>
                  <a:lnTo>
                    <a:pt x="40302" y="950306"/>
                  </a:lnTo>
                  <a:lnTo>
                    <a:pt x="73617" y="972816"/>
                  </a:lnTo>
                  <a:lnTo>
                    <a:pt x="114300" y="981084"/>
                  </a:lnTo>
                  <a:lnTo>
                    <a:pt x="5629746" y="981084"/>
                  </a:lnTo>
                  <a:lnTo>
                    <a:pt x="5628997" y="981590"/>
                  </a:lnTo>
                  <a:lnTo>
                    <a:pt x="5584617" y="990609"/>
                  </a:lnTo>
                  <a:close/>
                </a:path>
                <a:path w="5699125" h="991235">
                  <a:moveTo>
                    <a:pt x="5629746" y="981084"/>
                  </a:moveTo>
                  <a:lnTo>
                    <a:pt x="5584617" y="981084"/>
                  </a:lnTo>
                  <a:lnTo>
                    <a:pt x="5625299" y="972816"/>
                  </a:lnTo>
                  <a:lnTo>
                    <a:pt x="5658614" y="950306"/>
                  </a:lnTo>
                  <a:lnTo>
                    <a:pt x="5681125" y="916991"/>
                  </a:lnTo>
                  <a:lnTo>
                    <a:pt x="5689392" y="876309"/>
                  </a:lnTo>
                  <a:lnTo>
                    <a:pt x="5689392" y="114300"/>
                  </a:lnTo>
                  <a:lnTo>
                    <a:pt x="5681125" y="73617"/>
                  </a:lnTo>
                  <a:lnTo>
                    <a:pt x="5658614" y="40302"/>
                  </a:lnTo>
                  <a:lnTo>
                    <a:pt x="5625299" y="17792"/>
                  </a:lnTo>
                  <a:lnTo>
                    <a:pt x="5584617" y="9525"/>
                  </a:lnTo>
                  <a:lnTo>
                    <a:pt x="5629746" y="9525"/>
                  </a:lnTo>
                  <a:lnTo>
                    <a:pt x="5665341" y="33575"/>
                  </a:lnTo>
                  <a:lnTo>
                    <a:pt x="5689898" y="69919"/>
                  </a:lnTo>
                  <a:lnTo>
                    <a:pt x="5698917" y="114300"/>
                  </a:lnTo>
                  <a:lnTo>
                    <a:pt x="5698917" y="876309"/>
                  </a:lnTo>
                  <a:lnTo>
                    <a:pt x="5689898" y="920689"/>
                  </a:lnTo>
                  <a:lnTo>
                    <a:pt x="5665341" y="957033"/>
                  </a:lnTo>
                  <a:lnTo>
                    <a:pt x="5629746" y="981084"/>
                  </a:lnTo>
                  <a:close/>
                </a:path>
              </a:pathLst>
            </a:custGeom>
            <a:solidFill>
              <a:srgbClr val="6266F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931516" y="2507028"/>
            <a:ext cx="1014730" cy="730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200"/>
              </a:lnSpc>
              <a:spcBef>
                <a:spcPts val="100"/>
              </a:spcBef>
            </a:pPr>
            <a:r>
              <a:rPr dirty="0" sz="1100" b="1">
                <a:solidFill>
                  <a:srgbClr val="93A3B8"/>
                </a:solidFill>
                <a:latin typeface="Arial"/>
                <a:cs typeface="Arial"/>
              </a:rPr>
              <a:t>Student</a:t>
            </a:r>
            <a:r>
              <a:rPr dirty="0" sz="1100" spc="-3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93A3B8"/>
                </a:solidFill>
                <a:latin typeface="Arial"/>
                <a:cs typeface="Arial"/>
              </a:rPr>
              <a:t>Name: </a:t>
            </a:r>
            <a:r>
              <a:rPr dirty="0" sz="1100" spc="-10" b="1">
                <a:solidFill>
                  <a:srgbClr val="93A3B8"/>
                </a:solidFill>
                <a:latin typeface="Arial"/>
                <a:cs typeface="Arial"/>
              </a:rPr>
              <a:t>College: Department: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9228" y="2507028"/>
            <a:ext cx="3613150" cy="73088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Christopher</a:t>
            </a:r>
            <a:r>
              <a:rPr dirty="0" sz="1100" spc="-7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F7F9FB"/>
                </a:solidFill>
                <a:latin typeface="Arial"/>
                <a:cs typeface="Arial"/>
              </a:rPr>
              <a:t>Raja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00" spc="-10" b="1">
                <a:solidFill>
                  <a:srgbClr val="F7F9FB"/>
                </a:solidFill>
                <a:latin typeface="Arial"/>
                <a:cs typeface="Arial"/>
              </a:rPr>
              <a:t>RVS</a:t>
            </a:r>
            <a:r>
              <a:rPr dirty="0" sz="1100" spc="-3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School</a:t>
            </a:r>
            <a:r>
              <a:rPr dirty="0" sz="1100" spc="-3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of</a:t>
            </a:r>
            <a:r>
              <a:rPr dirty="0" sz="1100" spc="-3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Engineering</a:t>
            </a:r>
            <a:r>
              <a:rPr dirty="0" sz="1100" spc="-3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&amp;</a:t>
            </a:r>
            <a:r>
              <a:rPr dirty="0" sz="1100" spc="-30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7F9FB"/>
                </a:solidFill>
                <a:latin typeface="Arial"/>
                <a:cs typeface="Arial"/>
              </a:rPr>
              <a:t>Technology</a:t>
            </a:r>
            <a:r>
              <a:rPr dirty="0" sz="1100" spc="-3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7F9FB"/>
                </a:solidFill>
                <a:latin typeface="Arial"/>
                <a:cs typeface="Arial"/>
              </a:rPr>
              <a:t>(RVS</a:t>
            </a:r>
            <a:r>
              <a:rPr dirty="0" sz="1100" spc="-3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7F9FB"/>
                </a:solidFill>
                <a:latin typeface="Arial"/>
                <a:cs typeface="Arial"/>
              </a:rPr>
              <a:t>SOET)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B.E.</a:t>
            </a:r>
            <a:r>
              <a:rPr dirty="0" sz="1100" spc="-20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Computer</a:t>
            </a:r>
            <a:r>
              <a:rPr dirty="0" sz="1100" spc="-20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Science</a:t>
            </a:r>
            <a:r>
              <a:rPr dirty="0" sz="1100" spc="-20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and</a:t>
            </a:r>
            <a:r>
              <a:rPr dirty="0" sz="1100" spc="-20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F9FB"/>
                </a:solidFill>
                <a:latin typeface="Arial"/>
                <a:cs typeface="Arial"/>
              </a:rPr>
              <a:t>Engineering</a:t>
            </a:r>
            <a:r>
              <a:rPr dirty="0" sz="1100" spc="-1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7F9FB"/>
                </a:solidFill>
                <a:latin typeface="Arial"/>
                <a:cs typeface="Arial"/>
              </a:rPr>
              <a:t>(BE.CSE)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000" y="1301077"/>
            <a:ext cx="4410075" cy="1169670"/>
            <a:chOff x="648000" y="1301077"/>
            <a:chExt cx="4410075" cy="1169670"/>
          </a:xfrm>
        </p:grpSpPr>
        <p:sp>
          <p:nvSpPr>
            <p:cNvPr id="3" name="object 3"/>
            <p:cNvSpPr/>
            <p:nvPr/>
          </p:nvSpPr>
          <p:spPr>
            <a:xfrm>
              <a:off x="648000" y="1301077"/>
              <a:ext cx="4410075" cy="1169670"/>
            </a:xfrm>
            <a:custGeom>
              <a:avLst/>
              <a:gdLst/>
              <a:ahLst/>
              <a:cxnLst/>
              <a:rect l="l" t="t" r="r" b="b"/>
              <a:pathLst>
                <a:path w="4410075" h="1169670">
                  <a:moveTo>
                    <a:pt x="4324275" y="1169666"/>
                  </a:moveTo>
                  <a:lnTo>
                    <a:pt x="85725" y="1169666"/>
                  </a:lnTo>
                  <a:lnTo>
                    <a:pt x="52439" y="1162902"/>
                  </a:lnTo>
                  <a:lnTo>
                    <a:pt x="25181" y="1144485"/>
                  </a:lnTo>
                  <a:lnTo>
                    <a:pt x="6764" y="1117227"/>
                  </a:lnTo>
                  <a:lnTo>
                    <a:pt x="0" y="108394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083941"/>
                  </a:lnTo>
                  <a:lnTo>
                    <a:pt x="4403235" y="1117227"/>
                  </a:lnTo>
                  <a:lnTo>
                    <a:pt x="4384818" y="1144485"/>
                  </a:lnTo>
                  <a:lnTo>
                    <a:pt x="4357560" y="1162902"/>
                  </a:lnTo>
                  <a:lnTo>
                    <a:pt x="4324275" y="116966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73181" y="242464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10" h="46355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10" h="46355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8000" y="1326258"/>
              <a:ext cx="46355" cy="1119505"/>
            </a:xfrm>
            <a:custGeom>
              <a:avLst/>
              <a:gdLst/>
              <a:ahLst/>
              <a:cxnLst/>
              <a:rect l="l" t="t" r="r" b="b"/>
              <a:pathLst>
                <a:path w="46354" h="1119505">
                  <a:moveTo>
                    <a:pt x="25181" y="1119303"/>
                  </a:moveTo>
                  <a:lnTo>
                    <a:pt x="6764" y="1092045"/>
                  </a:lnTo>
                  <a:lnTo>
                    <a:pt x="0" y="105876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058760"/>
                  </a:lnTo>
                  <a:lnTo>
                    <a:pt x="41857" y="1088347"/>
                  </a:lnTo>
                  <a:lnTo>
                    <a:pt x="46097" y="1098387"/>
                  </a:lnTo>
                  <a:lnTo>
                    <a:pt x="25181" y="111930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3176" y="1301083"/>
              <a:ext cx="4385310" cy="1144905"/>
            </a:xfrm>
            <a:custGeom>
              <a:avLst/>
              <a:gdLst/>
              <a:ahLst/>
              <a:cxnLst/>
              <a:rect l="l" t="t" r="r" b="b"/>
              <a:pathLst>
                <a:path w="4385310" h="1144905">
                  <a:moveTo>
                    <a:pt x="4384814" y="85725"/>
                  </a:moveTo>
                  <a:lnTo>
                    <a:pt x="4359630" y="25184"/>
                  </a:lnTo>
                  <a:lnTo>
                    <a:pt x="4299089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4299089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289" y="85725"/>
                  </a:lnTo>
                  <a:lnTo>
                    <a:pt x="4375289" y="1083945"/>
                  </a:lnTo>
                  <a:lnTo>
                    <a:pt x="4369282" y="1113523"/>
                  </a:lnTo>
                  <a:lnTo>
                    <a:pt x="4352912" y="1137754"/>
                  </a:lnTo>
                  <a:lnTo>
                    <a:pt x="4359630" y="1144485"/>
                  </a:lnTo>
                  <a:lnTo>
                    <a:pt x="4378058" y="1117231"/>
                  </a:lnTo>
                  <a:lnTo>
                    <a:pt x="4384814" y="1083945"/>
                  </a:lnTo>
                  <a:lnTo>
                    <a:pt x="4384814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648000" y="2585044"/>
            <a:ext cx="4410075" cy="1344930"/>
            <a:chOff x="648000" y="2585044"/>
            <a:chExt cx="4410075" cy="1344930"/>
          </a:xfrm>
        </p:grpSpPr>
        <p:sp>
          <p:nvSpPr>
            <p:cNvPr id="8" name="object 8"/>
            <p:cNvSpPr/>
            <p:nvPr/>
          </p:nvSpPr>
          <p:spPr>
            <a:xfrm>
              <a:off x="648000" y="2585044"/>
              <a:ext cx="4410075" cy="1344930"/>
            </a:xfrm>
            <a:custGeom>
              <a:avLst/>
              <a:gdLst/>
              <a:ahLst/>
              <a:cxnLst/>
              <a:rect l="l" t="t" r="r" b="b"/>
              <a:pathLst>
                <a:path w="4410075" h="1344929">
                  <a:moveTo>
                    <a:pt x="4324275" y="1344609"/>
                  </a:moveTo>
                  <a:lnTo>
                    <a:pt x="85725" y="1344609"/>
                  </a:lnTo>
                  <a:lnTo>
                    <a:pt x="52439" y="1337845"/>
                  </a:lnTo>
                  <a:lnTo>
                    <a:pt x="25181" y="1319427"/>
                  </a:lnTo>
                  <a:lnTo>
                    <a:pt x="6764" y="1292169"/>
                  </a:lnTo>
                  <a:lnTo>
                    <a:pt x="0" y="1258884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258884"/>
                  </a:lnTo>
                  <a:lnTo>
                    <a:pt x="4403235" y="1292169"/>
                  </a:lnTo>
                  <a:lnTo>
                    <a:pt x="4384818" y="1319427"/>
                  </a:lnTo>
                  <a:lnTo>
                    <a:pt x="4357560" y="1337845"/>
                  </a:lnTo>
                  <a:lnTo>
                    <a:pt x="4324275" y="1344609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73181" y="3883555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10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10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8000" y="2610225"/>
              <a:ext cx="46355" cy="1294765"/>
            </a:xfrm>
            <a:custGeom>
              <a:avLst/>
              <a:gdLst/>
              <a:ahLst/>
              <a:cxnLst/>
              <a:rect l="l" t="t" r="r" b="b"/>
              <a:pathLst>
                <a:path w="46354" h="1294764">
                  <a:moveTo>
                    <a:pt x="25181" y="1294246"/>
                  </a:moveTo>
                  <a:lnTo>
                    <a:pt x="6764" y="1266988"/>
                  </a:lnTo>
                  <a:lnTo>
                    <a:pt x="0" y="1233702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233702"/>
                  </a:lnTo>
                  <a:lnTo>
                    <a:pt x="41857" y="1263289"/>
                  </a:lnTo>
                  <a:lnTo>
                    <a:pt x="46097" y="1273329"/>
                  </a:lnTo>
                  <a:lnTo>
                    <a:pt x="25181" y="1294246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3176" y="2585053"/>
              <a:ext cx="4385310" cy="1319530"/>
            </a:xfrm>
            <a:custGeom>
              <a:avLst/>
              <a:gdLst/>
              <a:ahLst/>
              <a:cxnLst/>
              <a:rect l="l" t="t" r="r" b="b"/>
              <a:pathLst>
                <a:path w="4385310" h="1319529">
                  <a:moveTo>
                    <a:pt x="4384814" y="85725"/>
                  </a:moveTo>
                  <a:lnTo>
                    <a:pt x="4378058" y="52438"/>
                  </a:lnTo>
                  <a:lnTo>
                    <a:pt x="4359630" y="25184"/>
                  </a:lnTo>
                  <a:lnTo>
                    <a:pt x="4336466" y="9525"/>
                  </a:lnTo>
                  <a:lnTo>
                    <a:pt x="4332376" y="6756"/>
                  </a:lnTo>
                  <a:lnTo>
                    <a:pt x="4299089" y="0"/>
                  </a:lnTo>
                  <a:lnTo>
                    <a:pt x="60540" y="0"/>
                  </a:lnTo>
                  <a:lnTo>
                    <a:pt x="27254" y="6756"/>
                  </a:lnTo>
                  <a:lnTo>
                    <a:pt x="0" y="25184"/>
                  </a:lnTo>
                  <a:lnTo>
                    <a:pt x="20916" y="46088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4299089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289" y="85725"/>
                  </a:lnTo>
                  <a:lnTo>
                    <a:pt x="4375289" y="1258874"/>
                  </a:lnTo>
                  <a:lnTo>
                    <a:pt x="4369282" y="1288465"/>
                  </a:lnTo>
                  <a:lnTo>
                    <a:pt x="4352912" y="1312697"/>
                  </a:lnTo>
                  <a:lnTo>
                    <a:pt x="4359630" y="1319428"/>
                  </a:lnTo>
                  <a:lnTo>
                    <a:pt x="4378058" y="1292161"/>
                  </a:lnTo>
                  <a:lnTo>
                    <a:pt x="4384814" y="1258874"/>
                  </a:lnTo>
                  <a:lnTo>
                    <a:pt x="4384814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634000" y="1301077"/>
            <a:ext cx="4410075" cy="2390140"/>
            <a:chOff x="5634000" y="1301077"/>
            <a:chExt cx="4410075" cy="2390140"/>
          </a:xfrm>
        </p:grpSpPr>
        <p:sp>
          <p:nvSpPr>
            <p:cNvPr id="13" name="object 13"/>
            <p:cNvSpPr/>
            <p:nvPr/>
          </p:nvSpPr>
          <p:spPr>
            <a:xfrm>
              <a:off x="5634000" y="1301077"/>
              <a:ext cx="4410075" cy="2390140"/>
            </a:xfrm>
            <a:custGeom>
              <a:avLst/>
              <a:gdLst/>
              <a:ahLst/>
              <a:cxnLst/>
              <a:rect l="l" t="t" r="r" b="b"/>
              <a:pathLst>
                <a:path w="4410075" h="2390140">
                  <a:moveTo>
                    <a:pt x="4324275" y="2390136"/>
                  </a:moveTo>
                  <a:lnTo>
                    <a:pt x="85725" y="2390136"/>
                  </a:lnTo>
                  <a:lnTo>
                    <a:pt x="52439" y="2383372"/>
                  </a:lnTo>
                  <a:lnTo>
                    <a:pt x="25181" y="2364955"/>
                  </a:lnTo>
                  <a:lnTo>
                    <a:pt x="6764" y="2337697"/>
                  </a:lnTo>
                  <a:lnTo>
                    <a:pt x="0" y="230441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2304411"/>
                  </a:lnTo>
                  <a:lnTo>
                    <a:pt x="4403235" y="2337697"/>
                  </a:lnTo>
                  <a:lnTo>
                    <a:pt x="4384818" y="2364955"/>
                  </a:lnTo>
                  <a:lnTo>
                    <a:pt x="4357560" y="2383372"/>
                  </a:lnTo>
                  <a:lnTo>
                    <a:pt x="4324275" y="239013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659182" y="364511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09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09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634000" y="1326258"/>
              <a:ext cx="46355" cy="2339975"/>
            </a:xfrm>
            <a:custGeom>
              <a:avLst/>
              <a:gdLst/>
              <a:ahLst/>
              <a:cxnLst/>
              <a:rect l="l" t="t" r="r" b="b"/>
              <a:pathLst>
                <a:path w="46354" h="2339975">
                  <a:moveTo>
                    <a:pt x="25181" y="2339773"/>
                  </a:moveTo>
                  <a:lnTo>
                    <a:pt x="6764" y="2312515"/>
                  </a:lnTo>
                  <a:lnTo>
                    <a:pt x="0" y="227923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2279230"/>
                  </a:lnTo>
                  <a:lnTo>
                    <a:pt x="41857" y="2308817"/>
                  </a:lnTo>
                  <a:lnTo>
                    <a:pt x="46097" y="2318857"/>
                  </a:lnTo>
                  <a:lnTo>
                    <a:pt x="25181" y="2339773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659171" y="1301083"/>
              <a:ext cx="4385310" cy="2365375"/>
            </a:xfrm>
            <a:custGeom>
              <a:avLst/>
              <a:gdLst/>
              <a:ahLst/>
              <a:cxnLst/>
              <a:rect l="l" t="t" r="r" b="b"/>
              <a:pathLst>
                <a:path w="4385309" h="2365375">
                  <a:moveTo>
                    <a:pt x="4384827" y="85725"/>
                  </a:moveTo>
                  <a:lnTo>
                    <a:pt x="4378058" y="52438"/>
                  </a:lnTo>
                  <a:lnTo>
                    <a:pt x="4359643" y="25184"/>
                  </a:lnTo>
                  <a:lnTo>
                    <a:pt x="4336466" y="9525"/>
                  </a:lnTo>
                  <a:lnTo>
                    <a:pt x="4332389" y="6769"/>
                  </a:lnTo>
                  <a:lnTo>
                    <a:pt x="4299102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62" y="15532"/>
                  </a:lnTo>
                  <a:lnTo>
                    <a:pt x="60553" y="9525"/>
                  </a:lnTo>
                  <a:lnTo>
                    <a:pt x="4299102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302" y="85725"/>
                  </a:lnTo>
                  <a:lnTo>
                    <a:pt x="4375302" y="2304415"/>
                  </a:lnTo>
                  <a:lnTo>
                    <a:pt x="4369282" y="2333993"/>
                  </a:lnTo>
                  <a:lnTo>
                    <a:pt x="4352912" y="2358225"/>
                  </a:lnTo>
                  <a:lnTo>
                    <a:pt x="4359643" y="2364956"/>
                  </a:lnTo>
                  <a:lnTo>
                    <a:pt x="4378058" y="2337701"/>
                  </a:lnTo>
                  <a:lnTo>
                    <a:pt x="4384827" y="2304415"/>
                  </a:lnTo>
                  <a:lnTo>
                    <a:pt x="4384827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02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450659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1.</a:t>
            </a:r>
            <a:r>
              <a:rPr dirty="0" sz="1800" spc="-30"/>
              <a:t> </a:t>
            </a:r>
            <a:r>
              <a:rPr dirty="0" sz="1800"/>
              <a:t>Project</a:t>
            </a:r>
            <a:r>
              <a:rPr dirty="0" sz="1800" spc="-15"/>
              <a:t> </a:t>
            </a:r>
            <a:r>
              <a:rPr dirty="0" sz="1800"/>
              <a:t>Overview</a:t>
            </a:r>
            <a:r>
              <a:rPr dirty="0" sz="1800" spc="-15"/>
              <a:t> </a:t>
            </a:r>
            <a:r>
              <a:rPr dirty="0" sz="1800"/>
              <a:t>&amp;</a:t>
            </a:r>
            <a:r>
              <a:rPr dirty="0" sz="1800" spc="-15"/>
              <a:t> </a:t>
            </a:r>
            <a:r>
              <a:rPr dirty="0" sz="1800"/>
              <a:t>Problem</a:t>
            </a:r>
            <a:r>
              <a:rPr dirty="0" sz="1800" spc="-15"/>
              <a:t> </a:t>
            </a:r>
            <a:r>
              <a:rPr dirty="0" sz="1800" spc="-10"/>
              <a:t>Statement</a:t>
            </a:r>
            <a:endParaRPr sz="1800"/>
          </a:p>
        </p:txBody>
      </p:sp>
      <p:sp>
        <p:nvSpPr>
          <p:cNvPr id="19" name="object 19"/>
          <p:cNvSpPr txBox="1"/>
          <p:nvPr/>
        </p:nvSpPr>
        <p:spPr>
          <a:xfrm>
            <a:off x="694097" y="1307128"/>
            <a:ext cx="4332605" cy="246634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The</a:t>
            </a:r>
            <a:r>
              <a:rPr dirty="0" sz="1150" spc="-1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Problem</a:t>
            </a:r>
            <a:r>
              <a:rPr dirty="0" sz="1150" spc="-1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in</a:t>
            </a:r>
            <a:r>
              <a:rPr dirty="0" sz="1150" spc="-10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Modern</a:t>
            </a:r>
            <a:r>
              <a:rPr dirty="0" sz="1150" spc="-1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77070"/>
                </a:solidFill>
                <a:latin typeface="Arial"/>
                <a:cs typeface="Arial"/>
              </a:rPr>
              <a:t>Technical Education</a:t>
            </a:r>
            <a:endParaRPr sz="1150">
              <a:latin typeface="Arial"/>
              <a:cs typeface="Arial"/>
            </a:endParaRPr>
          </a:p>
          <a:p>
            <a:pPr marL="153670" marR="163830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Undergraduate engineering students face dense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curricula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with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fragmented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resources.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Key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struggles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include: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inability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to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construct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structured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study routines,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difficulty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finding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vetted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references,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unmonitored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learning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progress,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unidentified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prerequisite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concept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gaps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until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exam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failure.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95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</a:pP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The</a:t>
            </a:r>
            <a:r>
              <a:rPr dirty="0" sz="1150" spc="-2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Proposed</a:t>
            </a:r>
            <a:r>
              <a:rPr dirty="0" sz="1150" spc="-2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Solution:</a:t>
            </a:r>
            <a:r>
              <a:rPr dirty="0" sz="1150" spc="-2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Agentic</a:t>
            </a:r>
            <a:r>
              <a:rPr dirty="0" sz="1150" spc="-25" b="1">
                <a:solidFill>
                  <a:srgbClr val="34D399"/>
                </a:solidFill>
                <a:latin typeface="Arial"/>
                <a:cs typeface="Arial"/>
              </a:rPr>
              <a:t> AI</a:t>
            </a:r>
            <a:endParaRPr sz="1150">
              <a:latin typeface="Arial"/>
              <a:cs typeface="Arial"/>
            </a:endParaRPr>
          </a:p>
          <a:p>
            <a:pPr marL="153670" marR="211454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 autonomous,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goal-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oriented learning assistant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that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 acts as a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proactive 24/7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personal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40">
                <a:solidFill>
                  <a:srgbClr val="93A3B8"/>
                </a:solidFill>
                <a:latin typeface="Tahoma"/>
                <a:cs typeface="Tahoma"/>
              </a:rPr>
              <a:t>tutor.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Rather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than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just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responding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to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prompts,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the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agent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actively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formulates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study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timetables,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retrieves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targeted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materials,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conducts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regular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active-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recall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quizzes,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automatically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restructures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the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study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path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based</a:t>
            </a:r>
            <a:r>
              <a:rPr dirty="0" sz="950" spc="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on</a:t>
            </a:r>
            <a:r>
              <a:rPr dirty="0" sz="950" spc="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performance.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54698" y="1382145"/>
            <a:ext cx="4383405" cy="207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Strategic</a:t>
            </a:r>
            <a:r>
              <a:rPr dirty="0" sz="1150" spc="-4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Project</a:t>
            </a:r>
            <a:r>
              <a:rPr dirty="0" sz="1150" spc="-40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A5B3FB"/>
                </a:solidFill>
                <a:latin typeface="Arial"/>
                <a:cs typeface="Arial"/>
              </a:rPr>
              <a:t>Objectives</a:t>
            </a:r>
            <a:endParaRPr sz="1150">
              <a:latin typeface="Arial"/>
              <a:cs typeface="Arial"/>
            </a:endParaRPr>
          </a:p>
          <a:p>
            <a:pPr marL="368935" indent="-170815">
              <a:lnSpc>
                <a:spcPct val="100000"/>
              </a:lnSpc>
              <a:spcBef>
                <a:spcPts val="91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8935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Dynamic</a:t>
            </a:r>
            <a:r>
              <a:rPr dirty="0" sz="950" spc="-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Timetable</a:t>
            </a:r>
            <a:r>
              <a:rPr dirty="0" sz="950" spc="-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Generation:</a:t>
            </a:r>
            <a:r>
              <a:rPr dirty="0" sz="950" spc="-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Automatically</a:t>
            </a:r>
            <a:r>
              <a:rPr dirty="0" sz="950" spc="-4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synthesize</a:t>
            </a:r>
            <a:endParaRPr sz="950">
              <a:latin typeface="Tahoma"/>
              <a:cs typeface="Tahoma"/>
            </a:endParaRPr>
          </a:p>
          <a:p>
            <a:pPr marL="369570" marR="158115">
              <a:lnSpc>
                <a:spcPct val="116700"/>
              </a:lnSpc>
            </a:pP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personalized</a:t>
            </a:r>
            <a:r>
              <a:rPr dirty="0" sz="9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schedules</a:t>
            </a:r>
            <a:r>
              <a:rPr dirty="0" sz="9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based</a:t>
            </a:r>
            <a:r>
              <a:rPr dirty="0" sz="950" spc="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on</a:t>
            </a:r>
            <a:r>
              <a:rPr dirty="0" sz="9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available</a:t>
            </a:r>
            <a:r>
              <a:rPr dirty="0" sz="950" spc="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study</a:t>
            </a:r>
            <a:r>
              <a:rPr dirty="0" sz="9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hours</a:t>
            </a:r>
            <a:r>
              <a:rPr dirty="0" sz="950" spc="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target</a:t>
            </a:r>
            <a:r>
              <a:rPr dirty="0" sz="950" spc="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exam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dates.</a:t>
            </a:r>
            <a:endParaRPr sz="950">
              <a:latin typeface="Tahoma"/>
              <a:cs typeface="Tahoma"/>
            </a:endParaRPr>
          </a:p>
          <a:p>
            <a:pPr marL="369570" marR="218440" indent="-171450">
              <a:lnSpc>
                <a:spcPct val="116700"/>
              </a:lnSpc>
              <a:spcBef>
                <a:spcPts val="670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Adaptive</a:t>
            </a:r>
            <a:r>
              <a:rPr dirty="0" sz="950" spc="-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Material</a:t>
            </a:r>
            <a:r>
              <a:rPr dirty="0" sz="950" spc="-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Delivery:</a:t>
            </a:r>
            <a:r>
              <a:rPr dirty="0" sz="950" spc="-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Curate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textbook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excerpts,</a:t>
            </a:r>
            <a:r>
              <a:rPr dirty="0" sz="950" spc="-5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documentation,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video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timestamps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aligned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with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learning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pace.</a:t>
            </a:r>
            <a:endParaRPr sz="950">
              <a:latin typeface="Tahoma"/>
              <a:cs typeface="Tahoma"/>
            </a:endParaRPr>
          </a:p>
          <a:p>
            <a:pPr marL="369570" marR="610235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Automated </a:t>
            </a:r>
            <a:r>
              <a:rPr dirty="0" sz="950" spc="-10" b="1">
                <a:solidFill>
                  <a:srgbClr val="CAD4E1"/>
                </a:solidFill>
                <a:latin typeface="Arial"/>
                <a:cs typeface="Arial"/>
              </a:rPr>
              <a:t>Formative Testing: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Synthesize Bloom's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taxonomy-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compliant</a:t>
            </a:r>
            <a:r>
              <a:rPr dirty="0" sz="950" spc="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quizzes</a:t>
            </a:r>
            <a:r>
              <a:rPr dirty="0" sz="950" spc="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50" spc="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evaluate</a:t>
            </a:r>
            <a:r>
              <a:rPr dirty="0" sz="950" spc="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submissions</a:t>
            </a:r>
            <a:r>
              <a:rPr dirty="0" sz="950" spc="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instantly.</a:t>
            </a:r>
            <a:endParaRPr sz="950">
              <a:latin typeface="Tahoma"/>
              <a:cs typeface="Tahoma"/>
            </a:endParaRPr>
          </a:p>
          <a:p>
            <a:pPr marL="369570" marR="434340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Bottleneck</a:t>
            </a:r>
            <a:r>
              <a:rPr dirty="0" sz="950" spc="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&amp;</a:t>
            </a:r>
            <a:r>
              <a:rPr dirty="0" sz="950" spc="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spc="-30" b="1">
                <a:solidFill>
                  <a:srgbClr val="CAD4E1"/>
                </a:solidFill>
                <a:latin typeface="Arial"/>
                <a:cs typeface="Arial"/>
              </a:rPr>
              <a:t>Weak-</a:t>
            </a:r>
            <a:r>
              <a:rPr dirty="0" sz="950" spc="-10" b="1">
                <a:solidFill>
                  <a:srgbClr val="CAD4E1"/>
                </a:solidFill>
                <a:latin typeface="Arial"/>
                <a:cs typeface="Arial"/>
              </a:rPr>
              <a:t>Topic</a:t>
            </a:r>
            <a:r>
              <a:rPr dirty="0" sz="950" spc="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Detection:</a:t>
            </a:r>
            <a:r>
              <a:rPr dirty="0" sz="950" spc="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Pinpoint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specific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conceptual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deficiencies and enforce remedial</a:t>
            </a:r>
            <a:r>
              <a:rPr dirty="0" sz="950" spc="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revision before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advancing.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15796" y="7122095"/>
            <a:ext cx="84137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Project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Overview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8000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</a:pathLst>
          </a:custGeom>
          <a:solidFill>
            <a:srgbClr val="16213A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48925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</a:pathLst>
          </a:custGeom>
          <a:solidFill>
            <a:srgbClr val="16213A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49850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</a:pathLst>
          </a:custGeom>
          <a:solidFill>
            <a:srgbClr val="16213A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50775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</a:pathLst>
          </a:custGeom>
          <a:solidFill>
            <a:srgbClr val="16213A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51700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</a:pathLst>
          </a:custGeom>
          <a:solidFill>
            <a:srgbClr val="16213A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52625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</a:pathLst>
          </a:custGeom>
          <a:solidFill>
            <a:srgbClr val="16213A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8000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49960" y="9525"/>
                </a:lnTo>
                <a:lnTo>
                  <a:pt x="76200" y="9525"/>
                </a:lnTo>
                <a:lnTo>
                  <a:pt x="50311" y="14786"/>
                </a:lnTo>
                <a:lnTo>
                  <a:pt x="29110" y="29110"/>
                </a:lnTo>
                <a:lnTo>
                  <a:pt x="14786" y="50311"/>
                </a:lnTo>
                <a:lnTo>
                  <a:pt x="9525" y="76200"/>
                </a:lnTo>
                <a:lnTo>
                  <a:pt x="9525" y="609600"/>
                </a:lnTo>
                <a:lnTo>
                  <a:pt x="14786" y="635488"/>
                </a:lnTo>
                <a:lnTo>
                  <a:pt x="29110" y="656689"/>
                </a:lnTo>
                <a:lnTo>
                  <a:pt x="50311" y="671013"/>
                </a:lnTo>
                <a:lnTo>
                  <a:pt x="76200" y="676275"/>
                </a:lnTo>
                <a:lnTo>
                  <a:pt x="1349960" y="676275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  <a:path w="1391920" h="685800">
                <a:moveTo>
                  <a:pt x="1349960" y="676275"/>
                </a:moveTo>
                <a:lnTo>
                  <a:pt x="1315175" y="676275"/>
                </a:lnTo>
                <a:lnTo>
                  <a:pt x="1341063" y="671013"/>
                </a:lnTo>
                <a:lnTo>
                  <a:pt x="1362264" y="656689"/>
                </a:lnTo>
                <a:lnTo>
                  <a:pt x="1376588" y="635488"/>
                </a:lnTo>
                <a:lnTo>
                  <a:pt x="1381850" y="609600"/>
                </a:lnTo>
                <a:lnTo>
                  <a:pt x="1381850" y="76200"/>
                </a:lnTo>
                <a:lnTo>
                  <a:pt x="1376588" y="50311"/>
                </a:lnTo>
                <a:lnTo>
                  <a:pt x="1362264" y="29110"/>
                </a:lnTo>
                <a:lnTo>
                  <a:pt x="1341063" y="14786"/>
                </a:lnTo>
                <a:lnTo>
                  <a:pt x="1315175" y="9525"/>
                </a:lnTo>
                <a:lnTo>
                  <a:pt x="1349960" y="9525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9960" y="676275"/>
                </a:lnTo>
                <a:close/>
              </a:path>
            </a:pathLst>
          </a:custGeom>
          <a:solidFill>
            <a:srgbClr val="6266F0">
              <a:alpha val="3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48925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49960" y="9525"/>
                </a:lnTo>
                <a:lnTo>
                  <a:pt x="76200" y="9525"/>
                </a:lnTo>
                <a:lnTo>
                  <a:pt x="50311" y="14786"/>
                </a:lnTo>
                <a:lnTo>
                  <a:pt x="29110" y="29110"/>
                </a:lnTo>
                <a:lnTo>
                  <a:pt x="14786" y="50311"/>
                </a:lnTo>
                <a:lnTo>
                  <a:pt x="9525" y="76200"/>
                </a:lnTo>
                <a:lnTo>
                  <a:pt x="9525" y="609600"/>
                </a:lnTo>
                <a:lnTo>
                  <a:pt x="14786" y="635488"/>
                </a:lnTo>
                <a:lnTo>
                  <a:pt x="29110" y="656689"/>
                </a:lnTo>
                <a:lnTo>
                  <a:pt x="50311" y="671013"/>
                </a:lnTo>
                <a:lnTo>
                  <a:pt x="76200" y="676275"/>
                </a:lnTo>
                <a:lnTo>
                  <a:pt x="1349960" y="676275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  <a:path w="1391920" h="685800">
                <a:moveTo>
                  <a:pt x="1349960" y="676275"/>
                </a:moveTo>
                <a:lnTo>
                  <a:pt x="1315175" y="676275"/>
                </a:lnTo>
                <a:lnTo>
                  <a:pt x="1341063" y="671013"/>
                </a:lnTo>
                <a:lnTo>
                  <a:pt x="1362264" y="656689"/>
                </a:lnTo>
                <a:lnTo>
                  <a:pt x="1376588" y="635488"/>
                </a:lnTo>
                <a:lnTo>
                  <a:pt x="1381850" y="609600"/>
                </a:lnTo>
                <a:lnTo>
                  <a:pt x="1381850" y="76200"/>
                </a:lnTo>
                <a:lnTo>
                  <a:pt x="1376588" y="50311"/>
                </a:lnTo>
                <a:lnTo>
                  <a:pt x="1362264" y="29110"/>
                </a:lnTo>
                <a:lnTo>
                  <a:pt x="1341063" y="14786"/>
                </a:lnTo>
                <a:lnTo>
                  <a:pt x="1315175" y="9525"/>
                </a:lnTo>
                <a:lnTo>
                  <a:pt x="1349960" y="9525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9960" y="676275"/>
                </a:lnTo>
                <a:close/>
              </a:path>
            </a:pathLst>
          </a:custGeom>
          <a:solidFill>
            <a:srgbClr val="6266F0">
              <a:alpha val="3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49850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49960" y="9525"/>
                </a:lnTo>
                <a:lnTo>
                  <a:pt x="76200" y="9525"/>
                </a:lnTo>
                <a:lnTo>
                  <a:pt x="50311" y="14786"/>
                </a:lnTo>
                <a:lnTo>
                  <a:pt x="29110" y="29110"/>
                </a:lnTo>
                <a:lnTo>
                  <a:pt x="14786" y="50311"/>
                </a:lnTo>
                <a:lnTo>
                  <a:pt x="9525" y="76200"/>
                </a:lnTo>
                <a:lnTo>
                  <a:pt x="9525" y="609600"/>
                </a:lnTo>
                <a:lnTo>
                  <a:pt x="14786" y="635488"/>
                </a:lnTo>
                <a:lnTo>
                  <a:pt x="29110" y="656689"/>
                </a:lnTo>
                <a:lnTo>
                  <a:pt x="50311" y="671013"/>
                </a:lnTo>
                <a:lnTo>
                  <a:pt x="76200" y="676275"/>
                </a:lnTo>
                <a:lnTo>
                  <a:pt x="1349960" y="676275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  <a:path w="1391920" h="685800">
                <a:moveTo>
                  <a:pt x="1349960" y="676275"/>
                </a:moveTo>
                <a:lnTo>
                  <a:pt x="1315175" y="676275"/>
                </a:lnTo>
                <a:lnTo>
                  <a:pt x="1341063" y="671013"/>
                </a:lnTo>
                <a:lnTo>
                  <a:pt x="1362264" y="656689"/>
                </a:lnTo>
                <a:lnTo>
                  <a:pt x="1376588" y="635488"/>
                </a:lnTo>
                <a:lnTo>
                  <a:pt x="1381850" y="609600"/>
                </a:lnTo>
                <a:lnTo>
                  <a:pt x="1381850" y="76200"/>
                </a:lnTo>
                <a:lnTo>
                  <a:pt x="1376588" y="50311"/>
                </a:lnTo>
                <a:lnTo>
                  <a:pt x="1362264" y="29110"/>
                </a:lnTo>
                <a:lnTo>
                  <a:pt x="1341063" y="14786"/>
                </a:lnTo>
                <a:lnTo>
                  <a:pt x="1315175" y="9525"/>
                </a:lnTo>
                <a:lnTo>
                  <a:pt x="1349960" y="9525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9960" y="676275"/>
                </a:lnTo>
                <a:close/>
              </a:path>
            </a:pathLst>
          </a:custGeom>
          <a:solidFill>
            <a:srgbClr val="6266F0">
              <a:alpha val="3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50775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49960" y="9525"/>
                </a:lnTo>
                <a:lnTo>
                  <a:pt x="76200" y="9525"/>
                </a:lnTo>
                <a:lnTo>
                  <a:pt x="50311" y="14786"/>
                </a:lnTo>
                <a:lnTo>
                  <a:pt x="29110" y="29110"/>
                </a:lnTo>
                <a:lnTo>
                  <a:pt x="14786" y="50311"/>
                </a:lnTo>
                <a:lnTo>
                  <a:pt x="9525" y="76200"/>
                </a:lnTo>
                <a:lnTo>
                  <a:pt x="9525" y="609600"/>
                </a:lnTo>
                <a:lnTo>
                  <a:pt x="14786" y="635488"/>
                </a:lnTo>
                <a:lnTo>
                  <a:pt x="29110" y="656689"/>
                </a:lnTo>
                <a:lnTo>
                  <a:pt x="50311" y="671013"/>
                </a:lnTo>
                <a:lnTo>
                  <a:pt x="76200" y="676275"/>
                </a:lnTo>
                <a:lnTo>
                  <a:pt x="1349960" y="676275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  <a:path w="1391920" h="685800">
                <a:moveTo>
                  <a:pt x="1349960" y="676275"/>
                </a:moveTo>
                <a:lnTo>
                  <a:pt x="1315175" y="676275"/>
                </a:lnTo>
                <a:lnTo>
                  <a:pt x="1341063" y="671013"/>
                </a:lnTo>
                <a:lnTo>
                  <a:pt x="1362264" y="656689"/>
                </a:lnTo>
                <a:lnTo>
                  <a:pt x="1376588" y="635488"/>
                </a:lnTo>
                <a:lnTo>
                  <a:pt x="1381850" y="609600"/>
                </a:lnTo>
                <a:lnTo>
                  <a:pt x="1381850" y="76200"/>
                </a:lnTo>
                <a:lnTo>
                  <a:pt x="1376588" y="50311"/>
                </a:lnTo>
                <a:lnTo>
                  <a:pt x="1362264" y="29110"/>
                </a:lnTo>
                <a:lnTo>
                  <a:pt x="1341063" y="14786"/>
                </a:lnTo>
                <a:lnTo>
                  <a:pt x="1315175" y="9525"/>
                </a:lnTo>
                <a:lnTo>
                  <a:pt x="1349960" y="9525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9960" y="676275"/>
                </a:lnTo>
                <a:close/>
              </a:path>
            </a:pathLst>
          </a:custGeom>
          <a:solidFill>
            <a:srgbClr val="6266F0">
              <a:alpha val="3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51700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49960" y="9525"/>
                </a:lnTo>
                <a:lnTo>
                  <a:pt x="76200" y="9525"/>
                </a:lnTo>
                <a:lnTo>
                  <a:pt x="50311" y="14786"/>
                </a:lnTo>
                <a:lnTo>
                  <a:pt x="29110" y="29110"/>
                </a:lnTo>
                <a:lnTo>
                  <a:pt x="14786" y="50311"/>
                </a:lnTo>
                <a:lnTo>
                  <a:pt x="9525" y="76200"/>
                </a:lnTo>
                <a:lnTo>
                  <a:pt x="9525" y="609600"/>
                </a:lnTo>
                <a:lnTo>
                  <a:pt x="14786" y="635488"/>
                </a:lnTo>
                <a:lnTo>
                  <a:pt x="29110" y="656689"/>
                </a:lnTo>
                <a:lnTo>
                  <a:pt x="50311" y="671013"/>
                </a:lnTo>
                <a:lnTo>
                  <a:pt x="76200" y="676275"/>
                </a:lnTo>
                <a:lnTo>
                  <a:pt x="1349960" y="676275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  <a:path w="1391920" h="685800">
                <a:moveTo>
                  <a:pt x="1349960" y="676275"/>
                </a:moveTo>
                <a:lnTo>
                  <a:pt x="1315175" y="676275"/>
                </a:lnTo>
                <a:lnTo>
                  <a:pt x="1341063" y="671013"/>
                </a:lnTo>
                <a:lnTo>
                  <a:pt x="1362264" y="656689"/>
                </a:lnTo>
                <a:lnTo>
                  <a:pt x="1376588" y="635488"/>
                </a:lnTo>
                <a:lnTo>
                  <a:pt x="1381850" y="609600"/>
                </a:lnTo>
                <a:lnTo>
                  <a:pt x="1381850" y="76200"/>
                </a:lnTo>
                <a:lnTo>
                  <a:pt x="1376588" y="50311"/>
                </a:lnTo>
                <a:lnTo>
                  <a:pt x="1362264" y="29110"/>
                </a:lnTo>
                <a:lnTo>
                  <a:pt x="1341063" y="14786"/>
                </a:lnTo>
                <a:lnTo>
                  <a:pt x="1315175" y="9525"/>
                </a:lnTo>
                <a:lnTo>
                  <a:pt x="1349960" y="9525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9960" y="676275"/>
                </a:lnTo>
                <a:close/>
              </a:path>
            </a:pathLst>
          </a:custGeom>
          <a:solidFill>
            <a:srgbClr val="6266F0">
              <a:alpha val="3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652625" y="1548727"/>
            <a:ext cx="1391920" cy="685800"/>
          </a:xfrm>
          <a:custGeom>
            <a:avLst/>
            <a:gdLst/>
            <a:ahLst/>
            <a:cxnLst/>
            <a:rect l="l" t="t" r="r" b="b"/>
            <a:pathLst>
              <a:path w="1391920" h="685800">
                <a:moveTo>
                  <a:pt x="1315175" y="685800"/>
                </a:moveTo>
                <a:lnTo>
                  <a:pt x="76200" y="685800"/>
                </a:lnTo>
                <a:lnTo>
                  <a:pt x="46612" y="679787"/>
                </a:lnTo>
                <a:lnTo>
                  <a:pt x="22383" y="663416"/>
                </a:lnTo>
                <a:lnTo>
                  <a:pt x="6012" y="639187"/>
                </a:lnTo>
                <a:lnTo>
                  <a:pt x="0" y="6096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1315175" y="0"/>
                </a:lnTo>
                <a:lnTo>
                  <a:pt x="1344762" y="6012"/>
                </a:lnTo>
                <a:lnTo>
                  <a:pt x="1349960" y="9525"/>
                </a:lnTo>
                <a:lnTo>
                  <a:pt x="76200" y="9525"/>
                </a:lnTo>
                <a:lnTo>
                  <a:pt x="50311" y="14786"/>
                </a:lnTo>
                <a:lnTo>
                  <a:pt x="29110" y="29110"/>
                </a:lnTo>
                <a:lnTo>
                  <a:pt x="14786" y="50311"/>
                </a:lnTo>
                <a:lnTo>
                  <a:pt x="9525" y="76200"/>
                </a:lnTo>
                <a:lnTo>
                  <a:pt x="9525" y="609600"/>
                </a:lnTo>
                <a:lnTo>
                  <a:pt x="14786" y="635488"/>
                </a:lnTo>
                <a:lnTo>
                  <a:pt x="29110" y="656689"/>
                </a:lnTo>
                <a:lnTo>
                  <a:pt x="50311" y="671013"/>
                </a:lnTo>
                <a:lnTo>
                  <a:pt x="76200" y="676275"/>
                </a:lnTo>
                <a:lnTo>
                  <a:pt x="1349960" y="676275"/>
                </a:lnTo>
                <a:lnTo>
                  <a:pt x="1344762" y="679787"/>
                </a:lnTo>
                <a:lnTo>
                  <a:pt x="1315175" y="685800"/>
                </a:lnTo>
                <a:close/>
              </a:path>
              <a:path w="1391920" h="685800">
                <a:moveTo>
                  <a:pt x="1349960" y="676275"/>
                </a:moveTo>
                <a:lnTo>
                  <a:pt x="1315175" y="676275"/>
                </a:lnTo>
                <a:lnTo>
                  <a:pt x="1341063" y="671013"/>
                </a:lnTo>
                <a:lnTo>
                  <a:pt x="1362264" y="656689"/>
                </a:lnTo>
                <a:lnTo>
                  <a:pt x="1376588" y="635488"/>
                </a:lnTo>
                <a:lnTo>
                  <a:pt x="1381850" y="609600"/>
                </a:lnTo>
                <a:lnTo>
                  <a:pt x="1381850" y="76200"/>
                </a:lnTo>
                <a:lnTo>
                  <a:pt x="1376588" y="50311"/>
                </a:lnTo>
                <a:lnTo>
                  <a:pt x="1362264" y="29110"/>
                </a:lnTo>
                <a:lnTo>
                  <a:pt x="1341063" y="14786"/>
                </a:lnTo>
                <a:lnTo>
                  <a:pt x="1315175" y="9525"/>
                </a:lnTo>
                <a:lnTo>
                  <a:pt x="1349960" y="9525"/>
                </a:lnTo>
                <a:lnTo>
                  <a:pt x="1368991" y="22383"/>
                </a:lnTo>
                <a:lnTo>
                  <a:pt x="1385362" y="46612"/>
                </a:lnTo>
                <a:lnTo>
                  <a:pt x="1391375" y="76200"/>
                </a:lnTo>
                <a:lnTo>
                  <a:pt x="1391375" y="609600"/>
                </a:lnTo>
                <a:lnTo>
                  <a:pt x="1385362" y="639187"/>
                </a:lnTo>
                <a:lnTo>
                  <a:pt x="1368991" y="663416"/>
                </a:lnTo>
                <a:lnTo>
                  <a:pt x="1349960" y="676275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648000" y="2386927"/>
            <a:ext cx="4410075" cy="1869439"/>
            <a:chOff x="648000" y="2386927"/>
            <a:chExt cx="4410075" cy="1869439"/>
          </a:xfrm>
        </p:grpSpPr>
        <p:sp>
          <p:nvSpPr>
            <p:cNvPr id="15" name="object 15"/>
            <p:cNvSpPr/>
            <p:nvPr/>
          </p:nvSpPr>
          <p:spPr>
            <a:xfrm>
              <a:off x="648000" y="2386927"/>
              <a:ext cx="4410075" cy="1869439"/>
            </a:xfrm>
            <a:custGeom>
              <a:avLst/>
              <a:gdLst/>
              <a:ahLst/>
              <a:cxnLst/>
              <a:rect l="l" t="t" r="r" b="b"/>
              <a:pathLst>
                <a:path w="4410075" h="1869439">
                  <a:moveTo>
                    <a:pt x="4324275" y="1869436"/>
                  </a:moveTo>
                  <a:lnTo>
                    <a:pt x="85725" y="1869436"/>
                  </a:lnTo>
                  <a:lnTo>
                    <a:pt x="52439" y="1862672"/>
                  </a:lnTo>
                  <a:lnTo>
                    <a:pt x="25181" y="1844255"/>
                  </a:lnTo>
                  <a:lnTo>
                    <a:pt x="6764" y="1816997"/>
                  </a:lnTo>
                  <a:lnTo>
                    <a:pt x="0" y="178371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783711"/>
                  </a:lnTo>
                  <a:lnTo>
                    <a:pt x="4403235" y="1816997"/>
                  </a:lnTo>
                  <a:lnTo>
                    <a:pt x="4384818" y="1844255"/>
                  </a:lnTo>
                  <a:lnTo>
                    <a:pt x="4357560" y="1862672"/>
                  </a:lnTo>
                  <a:lnTo>
                    <a:pt x="4324275" y="186943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73181" y="421026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10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10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8000" y="2412108"/>
              <a:ext cx="46355" cy="1819275"/>
            </a:xfrm>
            <a:custGeom>
              <a:avLst/>
              <a:gdLst/>
              <a:ahLst/>
              <a:cxnLst/>
              <a:rect l="l" t="t" r="r" b="b"/>
              <a:pathLst>
                <a:path w="46354" h="1819275">
                  <a:moveTo>
                    <a:pt x="25181" y="1819073"/>
                  </a:moveTo>
                  <a:lnTo>
                    <a:pt x="6764" y="1791815"/>
                  </a:lnTo>
                  <a:lnTo>
                    <a:pt x="0" y="175853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758530"/>
                  </a:lnTo>
                  <a:lnTo>
                    <a:pt x="41857" y="1788117"/>
                  </a:lnTo>
                  <a:lnTo>
                    <a:pt x="46097" y="1798157"/>
                  </a:lnTo>
                  <a:lnTo>
                    <a:pt x="25181" y="1819073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73176" y="2386933"/>
              <a:ext cx="4385310" cy="1844675"/>
            </a:xfrm>
            <a:custGeom>
              <a:avLst/>
              <a:gdLst/>
              <a:ahLst/>
              <a:cxnLst/>
              <a:rect l="l" t="t" r="r" b="b"/>
              <a:pathLst>
                <a:path w="4385310" h="1844675">
                  <a:moveTo>
                    <a:pt x="4384814" y="85725"/>
                  </a:moveTo>
                  <a:lnTo>
                    <a:pt x="4359630" y="25184"/>
                  </a:lnTo>
                  <a:lnTo>
                    <a:pt x="4299089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4299089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289" y="85725"/>
                  </a:lnTo>
                  <a:lnTo>
                    <a:pt x="4375289" y="1783715"/>
                  </a:lnTo>
                  <a:lnTo>
                    <a:pt x="4369282" y="1813293"/>
                  </a:lnTo>
                  <a:lnTo>
                    <a:pt x="4352912" y="1837524"/>
                  </a:lnTo>
                  <a:lnTo>
                    <a:pt x="4359630" y="1844255"/>
                  </a:lnTo>
                  <a:lnTo>
                    <a:pt x="4378058" y="1817001"/>
                  </a:lnTo>
                  <a:lnTo>
                    <a:pt x="4384814" y="1783715"/>
                  </a:lnTo>
                  <a:lnTo>
                    <a:pt x="4384814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5634000" y="2386927"/>
            <a:ext cx="4410075" cy="1169670"/>
            <a:chOff x="5634000" y="2386927"/>
            <a:chExt cx="4410075" cy="1169670"/>
          </a:xfrm>
        </p:grpSpPr>
        <p:sp>
          <p:nvSpPr>
            <p:cNvPr id="20" name="object 20"/>
            <p:cNvSpPr/>
            <p:nvPr/>
          </p:nvSpPr>
          <p:spPr>
            <a:xfrm>
              <a:off x="5634000" y="2386927"/>
              <a:ext cx="4410075" cy="1169670"/>
            </a:xfrm>
            <a:custGeom>
              <a:avLst/>
              <a:gdLst/>
              <a:ahLst/>
              <a:cxnLst/>
              <a:rect l="l" t="t" r="r" b="b"/>
              <a:pathLst>
                <a:path w="4410075" h="1169670">
                  <a:moveTo>
                    <a:pt x="4324275" y="1169666"/>
                  </a:moveTo>
                  <a:lnTo>
                    <a:pt x="85725" y="1169666"/>
                  </a:lnTo>
                  <a:lnTo>
                    <a:pt x="52439" y="1162902"/>
                  </a:lnTo>
                  <a:lnTo>
                    <a:pt x="25181" y="1144485"/>
                  </a:lnTo>
                  <a:lnTo>
                    <a:pt x="6764" y="1117227"/>
                  </a:lnTo>
                  <a:lnTo>
                    <a:pt x="0" y="108394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083941"/>
                  </a:lnTo>
                  <a:lnTo>
                    <a:pt x="4403235" y="1117227"/>
                  </a:lnTo>
                  <a:lnTo>
                    <a:pt x="4384818" y="1144485"/>
                  </a:lnTo>
                  <a:lnTo>
                    <a:pt x="4357560" y="1162902"/>
                  </a:lnTo>
                  <a:lnTo>
                    <a:pt x="4324275" y="116966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659182" y="351049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09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09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634000" y="2412108"/>
              <a:ext cx="46355" cy="1119505"/>
            </a:xfrm>
            <a:custGeom>
              <a:avLst/>
              <a:gdLst/>
              <a:ahLst/>
              <a:cxnLst/>
              <a:rect l="l" t="t" r="r" b="b"/>
              <a:pathLst>
                <a:path w="46354" h="1119504">
                  <a:moveTo>
                    <a:pt x="25181" y="1119303"/>
                  </a:moveTo>
                  <a:lnTo>
                    <a:pt x="6764" y="1092045"/>
                  </a:lnTo>
                  <a:lnTo>
                    <a:pt x="0" y="105876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058760"/>
                  </a:lnTo>
                  <a:lnTo>
                    <a:pt x="41857" y="1088347"/>
                  </a:lnTo>
                  <a:lnTo>
                    <a:pt x="46097" y="1098387"/>
                  </a:lnTo>
                  <a:lnTo>
                    <a:pt x="25181" y="1119303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659171" y="2386933"/>
              <a:ext cx="4385310" cy="1144905"/>
            </a:xfrm>
            <a:custGeom>
              <a:avLst/>
              <a:gdLst/>
              <a:ahLst/>
              <a:cxnLst/>
              <a:rect l="l" t="t" r="r" b="b"/>
              <a:pathLst>
                <a:path w="4385309" h="1144904">
                  <a:moveTo>
                    <a:pt x="4384827" y="85725"/>
                  </a:moveTo>
                  <a:lnTo>
                    <a:pt x="4378058" y="52438"/>
                  </a:lnTo>
                  <a:lnTo>
                    <a:pt x="4359643" y="25184"/>
                  </a:lnTo>
                  <a:lnTo>
                    <a:pt x="4336466" y="9525"/>
                  </a:lnTo>
                  <a:lnTo>
                    <a:pt x="4332389" y="6769"/>
                  </a:lnTo>
                  <a:lnTo>
                    <a:pt x="4299102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62" y="15532"/>
                  </a:lnTo>
                  <a:lnTo>
                    <a:pt x="60553" y="9525"/>
                  </a:lnTo>
                  <a:lnTo>
                    <a:pt x="4299102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302" y="85725"/>
                  </a:lnTo>
                  <a:lnTo>
                    <a:pt x="4375302" y="1083945"/>
                  </a:lnTo>
                  <a:lnTo>
                    <a:pt x="4369282" y="1113523"/>
                  </a:lnTo>
                  <a:lnTo>
                    <a:pt x="4352912" y="1137754"/>
                  </a:lnTo>
                  <a:lnTo>
                    <a:pt x="4359643" y="1144485"/>
                  </a:lnTo>
                  <a:lnTo>
                    <a:pt x="4378058" y="1117231"/>
                  </a:lnTo>
                  <a:lnTo>
                    <a:pt x="4384827" y="1083945"/>
                  </a:lnTo>
                  <a:lnTo>
                    <a:pt x="4384827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03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499808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2.</a:t>
            </a:r>
            <a:r>
              <a:rPr dirty="0" sz="1800" spc="-50"/>
              <a:t> </a:t>
            </a:r>
            <a:r>
              <a:rPr dirty="0" sz="1800"/>
              <a:t>Agentic</a:t>
            </a:r>
            <a:r>
              <a:rPr dirty="0" sz="1800" spc="-40"/>
              <a:t> </a:t>
            </a:r>
            <a:r>
              <a:rPr dirty="0" sz="1800"/>
              <a:t>AI</a:t>
            </a:r>
            <a:r>
              <a:rPr dirty="0" sz="1800" spc="-40"/>
              <a:t> </a:t>
            </a:r>
            <a:r>
              <a:rPr dirty="0" sz="1800"/>
              <a:t>Workflow</a:t>
            </a:r>
            <a:r>
              <a:rPr dirty="0" sz="1800" spc="-40"/>
              <a:t> </a:t>
            </a:r>
            <a:r>
              <a:rPr dirty="0" sz="1800"/>
              <a:t>&amp;</a:t>
            </a:r>
            <a:r>
              <a:rPr dirty="0" sz="1800" spc="-40"/>
              <a:t> </a:t>
            </a:r>
            <a:r>
              <a:rPr dirty="0" sz="1800"/>
              <a:t>System</a:t>
            </a:r>
            <a:r>
              <a:rPr dirty="0" sz="1800" spc="-40"/>
              <a:t> </a:t>
            </a:r>
            <a:r>
              <a:rPr dirty="0" sz="1800" spc="-10"/>
              <a:t>Architecture</a:t>
            </a:r>
            <a:endParaRPr sz="1800"/>
          </a:p>
        </p:txBody>
      </p:sp>
      <p:sp>
        <p:nvSpPr>
          <p:cNvPr id="26" name="object 26"/>
          <p:cNvSpPr txBox="1"/>
          <p:nvPr/>
        </p:nvSpPr>
        <p:spPr>
          <a:xfrm>
            <a:off x="635299" y="1252240"/>
            <a:ext cx="30683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A5B3FB"/>
                </a:solidFill>
                <a:latin typeface="Arial"/>
                <a:cs typeface="Arial"/>
              </a:rPr>
              <a:t>End-</a:t>
            </a:r>
            <a:r>
              <a:rPr dirty="0" sz="1050" spc="-10" b="1">
                <a:solidFill>
                  <a:srgbClr val="A5B3FB"/>
                </a:solidFill>
                <a:latin typeface="Arial"/>
                <a:cs typeface="Arial"/>
              </a:rPr>
              <a:t>to-</a:t>
            </a:r>
            <a:r>
              <a:rPr dirty="0" sz="1050" b="1">
                <a:solidFill>
                  <a:srgbClr val="A5B3FB"/>
                </a:solidFill>
                <a:latin typeface="Arial"/>
                <a:cs typeface="Arial"/>
              </a:rPr>
              <a:t>End</a:t>
            </a:r>
            <a:r>
              <a:rPr dirty="0" sz="1050" spc="-2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5B3FB"/>
                </a:solidFill>
                <a:latin typeface="Arial"/>
                <a:cs typeface="Arial"/>
              </a:rPr>
              <a:t>Autonomous</a:t>
            </a:r>
            <a:r>
              <a:rPr dirty="0" sz="1050" spc="-2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5B3FB"/>
                </a:solidFill>
                <a:latin typeface="Arial"/>
                <a:cs typeface="Arial"/>
              </a:rPr>
              <a:t>Agent</a:t>
            </a:r>
            <a:r>
              <a:rPr dirty="0" sz="1050" spc="-2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A5B3FB"/>
                </a:solidFill>
                <a:latin typeface="Arial"/>
                <a:cs typeface="Arial"/>
              </a:rPr>
              <a:t>Execution</a:t>
            </a:r>
            <a:r>
              <a:rPr dirty="0" sz="1050" spc="-2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A5B3FB"/>
                </a:solidFill>
                <a:latin typeface="Arial"/>
                <a:cs typeface="Arial"/>
              </a:rPr>
              <a:t>Flow: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912" y="1653502"/>
            <a:ext cx="209550" cy="20955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962772" y="1600400"/>
            <a:ext cx="762000" cy="53530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900" b="1">
                <a:solidFill>
                  <a:srgbClr val="E2E8EF"/>
                </a:solidFill>
                <a:latin typeface="Arial"/>
                <a:cs typeface="Arial"/>
              </a:rPr>
              <a:t>Student</a:t>
            </a:r>
            <a:r>
              <a:rPr dirty="0" sz="900" spc="-5" b="1">
                <a:solidFill>
                  <a:srgbClr val="E2E8E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E2E8EF"/>
                </a:solidFill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solidFill>
                  <a:srgbClr val="93A3B8"/>
                </a:solidFill>
                <a:latin typeface="Tahoma"/>
                <a:cs typeface="Tahoma"/>
              </a:rPr>
              <a:t>Goals</a:t>
            </a:r>
            <a:r>
              <a:rPr dirty="0" sz="75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93A3B8"/>
                </a:solidFill>
                <a:latin typeface="Tahoma"/>
                <a:cs typeface="Tahoma"/>
              </a:rPr>
              <a:t>&amp;</a:t>
            </a:r>
            <a:r>
              <a:rPr dirty="0" sz="75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93A3B8"/>
                </a:solidFill>
                <a:latin typeface="Tahoma"/>
                <a:cs typeface="Tahoma"/>
              </a:rPr>
              <a:t>Hours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42548" y="1741846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6266F0"/>
                </a:solidFill>
                <a:latin typeface="Tahoma"/>
                <a:cs typeface="Tahoma"/>
              </a:rPr>
              <a:t>→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9837" y="1653502"/>
            <a:ext cx="209550" cy="20955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503166" y="1600400"/>
            <a:ext cx="883285" cy="53530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900" b="1">
                <a:solidFill>
                  <a:srgbClr val="E2E8EF"/>
                </a:solidFill>
                <a:latin typeface="Arial"/>
                <a:cs typeface="Arial"/>
              </a:rPr>
              <a:t>AI </a:t>
            </a:r>
            <a:r>
              <a:rPr dirty="0" sz="900" spc="-10" b="1">
                <a:solidFill>
                  <a:srgbClr val="E2E8EF"/>
                </a:solidFill>
                <a:latin typeface="Arial"/>
                <a:cs typeface="Arial"/>
              </a:rPr>
              <a:t>Analysis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solidFill>
                  <a:srgbClr val="93A3B8"/>
                </a:solidFill>
                <a:latin typeface="Tahoma"/>
                <a:cs typeface="Tahoma"/>
              </a:rPr>
              <a:t>Syllabus</a:t>
            </a:r>
            <a:r>
              <a:rPr dirty="0" sz="750" spc="9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93A3B8"/>
                </a:solidFill>
                <a:latin typeface="Tahoma"/>
                <a:cs typeface="Tahoma"/>
              </a:rPr>
              <a:t>Breakdown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3473" y="1741846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6266F0"/>
                </a:solidFill>
                <a:latin typeface="Tahoma"/>
                <a:cs typeface="Tahoma"/>
              </a:rPr>
              <a:t>→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0762" y="1653502"/>
            <a:ext cx="209550" cy="20955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4134094" y="1600400"/>
            <a:ext cx="823594" cy="53530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900" b="1">
                <a:solidFill>
                  <a:srgbClr val="E2E8EF"/>
                </a:solidFill>
                <a:latin typeface="Arial"/>
                <a:cs typeface="Arial"/>
              </a:rPr>
              <a:t>Study</a:t>
            </a:r>
            <a:r>
              <a:rPr dirty="0" sz="900" spc="-15" b="1">
                <a:solidFill>
                  <a:srgbClr val="E2E8EF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E2E8EF"/>
                </a:solidFill>
                <a:latin typeface="Arial"/>
                <a:cs typeface="Arial"/>
              </a:rPr>
              <a:t>Plan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solidFill>
                  <a:srgbClr val="93A3B8"/>
                </a:solidFill>
                <a:latin typeface="Tahoma"/>
                <a:cs typeface="Tahoma"/>
              </a:rPr>
              <a:t>Milestone</a:t>
            </a:r>
            <a:r>
              <a:rPr dirty="0" sz="7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93A3B8"/>
                </a:solidFill>
                <a:latin typeface="Tahoma"/>
                <a:cs typeface="Tahoma"/>
              </a:rPr>
              <a:t>Mapping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44398" y="1741846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6266F0"/>
                </a:solidFill>
                <a:latin typeface="Tahoma"/>
                <a:cs typeface="Tahoma"/>
              </a:rPr>
              <a:t>→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1687" y="1653502"/>
            <a:ext cx="209550" cy="2095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5651308" y="1600400"/>
            <a:ext cx="989965" cy="53530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900" b="1">
                <a:solidFill>
                  <a:srgbClr val="E2E8EF"/>
                </a:solidFill>
                <a:latin typeface="Arial"/>
                <a:cs typeface="Arial"/>
              </a:rPr>
              <a:t>Resources</a:t>
            </a:r>
            <a:r>
              <a:rPr dirty="0" sz="900" spc="-10" b="1">
                <a:solidFill>
                  <a:srgbClr val="E2E8E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E2E8EF"/>
                </a:solidFill>
                <a:latin typeface="Arial"/>
                <a:cs typeface="Arial"/>
              </a:rPr>
              <a:t>+</a:t>
            </a:r>
            <a:r>
              <a:rPr dirty="0" sz="900" spc="5" b="1">
                <a:solidFill>
                  <a:srgbClr val="E2E8EF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E2E8EF"/>
                </a:solidFill>
                <a:latin typeface="Arial"/>
                <a:cs typeface="Arial"/>
              </a:rPr>
              <a:t>Quiz</a:t>
            </a:r>
            <a:endParaRPr sz="9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solidFill>
                  <a:srgbClr val="93A3B8"/>
                </a:solidFill>
                <a:latin typeface="Tahoma"/>
                <a:cs typeface="Tahoma"/>
              </a:rPr>
              <a:t>Active</a:t>
            </a:r>
            <a:r>
              <a:rPr dirty="0" sz="7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93A3B8"/>
                </a:solidFill>
                <a:latin typeface="Tahoma"/>
                <a:cs typeface="Tahoma"/>
              </a:rPr>
              <a:t>Recall</a:t>
            </a:r>
            <a:r>
              <a:rPr dirty="0" sz="75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93A3B8"/>
                </a:solidFill>
                <a:latin typeface="Tahoma"/>
                <a:cs typeface="Tahoma"/>
              </a:rPr>
              <a:t>Delivery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45323" y="1741846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6266F0"/>
                </a:solidFill>
                <a:latin typeface="Tahoma"/>
                <a:cs typeface="Tahoma"/>
              </a:rPr>
              <a:t>→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612" y="1653502"/>
            <a:ext cx="209550" cy="20955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7346557" y="1600400"/>
            <a:ext cx="802005" cy="53530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900" spc="-10" b="1">
                <a:solidFill>
                  <a:srgbClr val="E2E8EF"/>
                </a:solidFill>
                <a:latin typeface="Arial"/>
                <a:cs typeface="Arial"/>
              </a:rPr>
              <a:t>Evaluation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solidFill>
                  <a:srgbClr val="93A3B8"/>
                </a:solidFill>
                <a:latin typeface="Tahoma"/>
                <a:cs typeface="Tahoma"/>
              </a:rPr>
              <a:t>Diagnostic</a:t>
            </a:r>
            <a:r>
              <a:rPr dirty="0" sz="7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93A3B8"/>
                </a:solidFill>
                <a:latin typeface="Tahoma"/>
                <a:cs typeface="Tahoma"/>
              </a:rPr>
              <a:t>Metrics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46248" y="1741846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6266F0"/>
                </a:solidFill>
                <a:latin typeface="Tahoma"/>
                <a:cs typeface="Tahoma"/>
              </a:rPr>
              <a:t>→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3538" y="1653502"/>
            <a:ext cx="209550" cy="20955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8988726" y="1600400"/>
            <a:ext cx="720090" cy="53530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900" b="1">
                <a:solidFill>
                  <a:srgbClr val="E2E8EF"/>
                </a:solidFill>
                <a:latin typeface="Arial"/>
                <a:cs typeface="Arial"/>
              </a:rPr>
              <a:t>Adapt</a:t>
            </a:r>
            <a:r>
              <a:rPr dirty="0" sz="900" spc="-45" b="1">
                <a:solidFill>
                  <a:srgbClr val="E2E8E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E2E8EF"/>
                </a:solidFill>
                <a:latin typeface="Arial"/>
                <a:cs typeface="Arial"/>
              </a:rPr>
              <a:t>Cycle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solidFill>
                  <a:srgbClr val="34D399"/>
                </a:solidFill>
                <a:latin typeface="Tahoma"/>
                <a:cs typeface="Tahoma"/>
              </a:rPr>
              <a:t>Recalibrate</a:t>
            </a:r>
            <a:r>
              <a:rPr dirty="0" sz="750" spc="40">
                <a:solidFill>
                  <a:srgbClr val="34D399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34D399"/>
                </a:solidFill>
                <a:latin typeface="Tahoma"/>
                <a:cs typeface="Tahoma"/>
              </a:rPr>
              <a:t>Plan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4097" y="2392978"/>
            <a:ext cx="4332605" cy="170751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38BCF7"/>
                </a:solidFill>
                <a:latin typeface="Arial"/>
                <a:cs typeface="Arial"/>
              </a:rPr>
              <a:t>Architectural</a:t>
            </a:r>
            <a:r>
              <a:rPr dirty="0" sz="1150" spc="-4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38BCF7"/>
                </a:solidFill>
                <a:latin typeface="Arial"/>
                <a:cs typeface="Arial"/>
              </a:rPr>
              <a:t>Tiers</a:t>
            </a:r>
            <a:endParaRPr sz="1150">
              <a:latin typeface="Arial"/>
              <a:cs typeface="Arial"/>
            </a:endParaRPr>
          </a:p>
          <a:p>
            <a:pPr marL="153670" marR="481330" indent="75565">
              <a:lnSpc>
                <a:spcPct val="120800"/>
              </a:lnSpc>
              <a:spcBef>
                <a:spcPts val="250"/>
              </a:spcBef>
              <a:buFont typeface="Tahoma"/>
              <a:buChar char="•"/>
              <a:tabLst>
                <a:tab pos="229235" algn="l"/>
              </a:tabLst>
            </a:pP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Presentation:</a:t>
            </a:r>
            <a:r>
              <a:rPr dirty="0" sz="950" spc="6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Responsive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React</a:t>
            </a:r>
            <a:r>
              <a:rPr dirty="0" sz="9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10">
                <a:solidFill>
                  <a:srgbClr val="93A3B8"/>
                </a:solidFill>
                <a:latin typeface="Tahoma"/>
                <a:cs typeface="Tahoma"/>
              </a:rPr>
              <a:t>/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Web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Interface</a:t>
            </a:r>
            <a:r>
              <a:rPr dirty="0" sz="9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for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schedules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and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quizzes.</a:t>
            </a:r>
            <a:endParaRPr sz="950">
              <a:latin typeface="Tahoma"/>
              <a:cs typeface="Tahoma"/>
            </a:endParaRPr>
          </a:p>
          <a:p>
            <a:pPr marL="153670" marR="401955" indent="75565">
              <a:lnSpc>
                <a:spcPct val="120800"/>
              </a:lnSpc>
              <a:buFont typeface="Tahoma"/>
              <a:buChar char="•"/>
              <a:tabLst>
                <a:tab pos="229235" algn="l"/>
              </a:tabLst>
            </a:pP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Agent</a:t>
            </a:r>
            <a:r>
              <a:rPr dirty="0" sz="950" spc="1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Orchestrator:</a:t>
            </a:r>
            <a:r>
              <a:rPr dirty="0" sz="950" spc="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Manages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plan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generation,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tool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invocations,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and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memory.</a:t>
            </a:r>
            <a:endParaRPr sz="950">
              <a:latin typeface="Tahoma"/>
              <a:cs typeface="Tahoma"/>
            </a:endParaRPr>
          </a:p>
          <a:p>
            <a:pPr marL="153670" marR="492125" indent="75565">
              <a:lnSpc>
                <a:spcPct val="120800"/>
              </a:lnSpc>
              <a:buFont typeface="Tahoma"/>
              <a:buChar char="•"/>
              <a:tabLst>
                <a:tab pos="229235" algn="l"/>
              </a:tabLst>
            </a:pP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LLM</a:t>
            </a:r>
            <a:r>
              <a:rPr dirty="0" sz="950" spc="3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&amp;</a:t>
            </a:r>
            <a:r>
              <a:rPr dirty="0" sz="950" spc="3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93A3B8"/>
                </a:solidFill>
                <a:latin typeface="Arial"/>
                <a:cs typeface="Arial"/>
              </a:rPr>
              <a:t>Tools:</a:t>
            </a:r>
            <a:r>
              <a:rPr dirty="0" sz="950" spc="3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Language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models,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dynamic quiz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synthesizers,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vector search.</a:t>
            </a:r>
            <a:endParaRPr sz="950">
              <a:latin typeface="Tahoma"/>
              <a:cs typeface="Tahoma"/>
            </a:endParaRPr>
          </a:p>
          <a:p>
            <a:pPr marL="153670" marR="636270" indent="75565">
              <a:lnSpc>
                <a:spcPct val="120800"/>
              </a:lnSpc>
              <a:buFont typeface="Tahoma"/>
              <a:buChar char="•"/>
              <a:tabLst>
                <a:tab pos="229235" algn="l"/>
              </a:tabLst>
            </a:pP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Persistence:</a:t>
            </a:r>
            <a:r>
              <a:rPr dirty="0" sz="950" spc="3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MongoDB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(User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logs &amp;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state)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45">
                <a:solidFill>
                  <a:srgbClr val="93A3B8"/>
                </a:solidFill>
                <a:latin typeface="Tahoma"/>
                <a:cs typeface="Tahoma"/>
              </a:rPr>
              <a:t>+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93A3B8"/>
                </a:solidFill>
                <a:latin typeface="Tahoma"/>
                <a:cs typeface="Tahoma"/>
              </a:rPr>
              <a:t>MySQL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(Academic records).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80098" y="2392978"/>
            <a:ext cx="4332605" cy="100774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The</a:t>
            </a:r>
            <a:r>
              <a:rPr dirty="0" sz="1150" spc="-1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Agentic</a:t>
            </a:r>
            <a:r>
              <a:rPr dirty="0" sz="1150" spc="-1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AI</a:t>
            </a:r>
            <a:r>
              <a:rPr dirty="0" sz="1150" spc="-1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A5B3FB"/>
                </a:solidFill>
                <a:latin typeface="Arial"/>
                <a:cs typeface="Arial"/>
              </a:rPr>
              <a:t>Advantage</a:t>
            </a:r>
            <a:endParaRPr sz="1150">
              <a:latin typeface="Arial"/>
              <a:cs typeface="Arial"/>
            </a:endParaRPr>
          </a:p>
          <a:p>
            <a:pPr marL="153670" marR="176530">
              <a:lnSpc>
                <a:spcPct val="120800"/>
              </a:lnSpc>
              <a:spcBef>
                <a:spcPts val="250"/>
              </a:spcBef>
            </a:pP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Traditional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AI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requires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manual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questions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every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step.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Agentic</a:t>
            </a:r>
            <a:r>
              <a:rPr dirty="0" sz="950" spc="1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AI</a:t>
            </a:r>
            <a:r>
              <a:rPr dirty="0" sz="950" spc="1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possesses self-critique,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multi-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step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reasoning,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external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tool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execution,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continuous reflection. </a:t>
            </a:r>
            <a:r>
              <a:rPr dirty="0" sz="950" spc="-70">
                <a:solidFill>
                  <a:srgbClr val="93A3B8"/>
                </a:solidFill>
                <a:latin typeface="Tahoma"/>
                <a:cs typeface="Tahoma"/>
              </a:rPr>
              <a:t>If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assessment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reveals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low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mastery,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the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agent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autonomously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halts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new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topics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generates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remediation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sprints.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885909" y="7122095"/>
            <a:ext cx="117094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Workflow</a:t>
            </a:r>
            <a:r>
              <a:rPr dirty="0" sz="850" spc="-3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&amp;</a:t>
            </a:r>
            <a:r>
              <a:rPr dirty="0" sz="850" spc="-3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Architecture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000" y="1301077"/>
            <a:ext cx="2952115" cy="1009650"/>
            <a:chOff x="648000" y="1301077"/>
            <a:chExt cx="2952115" cy="1009650"/>
          </a:xfrm>
        </p:grpSpPr>
        <p:sp>
          <p:nvSpPr>
            <p:cNvPr id="3" name="object 3"/>
            <p:cNvSpPr/>
            <p:nvPr/>
          </p:nvSpPr>
          <p:spPr>
            <a:xfrm>
              <a:off x="648000" y="1301077"/>
              <a:ext cx="2952115" cy="1009650"/>
            </a:xfrm>
            <a:custGeom>
              <a:avLst/>
              <a:gdLst/>
              <a:ahLst/>
              <a:cxnLst/>
              <a:rect l="l" t="t" r="r" b="b"/>
              <a:pathLst>
                <a:path w="2952115" h="1009650">
                  <a:moveTo>
                    <a:pt x="2866275" y="1009230"/>
                  </a:moveTo>
                  <a:lnTo>
                    <a:pt x="85725" y="1009230"/>
                  </a:lnTo>
                  <a:lnTo>
                    <a:pt x="52439" y="1002466"/>
                  </a:lnTo>
                  <a:lnTo>
                    <a:pt x="25181" y="984048"/>
                  </a:lnTo>
                  <a:lnTo>
                    <a:pt x="6764" y="956790"/>
                  </a:lnTo>
                  <a:lnTo>
                    <a:pt x="0" y="923505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2866275" y="0"/>
                  </a:lnTo>
                  <a:lnTo>
                    <a:pt x="2899560" y="6764"/>
                  </a:lnTo>
                  <a:lnTo>
                    <a:pt x="2926818" y="25181"/>
                  </a:lnTo>
                  <a:lnTo>
                    <a:pt x="2945235" y="52439"/>
                  </a:lnTo>
                  <a:lnTo>
                    <a:pt x="2952000" y="85725"/>
                  </a:lnTo>
                  <a:lnTo>
                    <a:pt x="2952000" y="923505"/>
                  </a:lnTo>
                  <a:lnTo>
                    <a:pt x="2945235" y="956790"/>
                  </a:lnTo>
                  <a:lnTo>
                    <a:pt x="2926818" y="984048"/>
                  </a:lnTo>
                  <a:lnTo>
                    <a:pt x="2899560" y="1002466"/>
                  </a:lnTo>
                  <a:lnTo>
                    <a:pt x="2866275" y="1009230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73181" y="2264209"/>
              <a:ext cx="2901950" cy="46355"/>
            </a:xfrm>
            <a:custGeom>
              <a:avLst/>
              <a:gdLst/>
              <a:ahLst/>
              <a:cxnLst/>
              <a:rect l="l" t="t" r="r" b="b"/>
              <a:pathLst>
                <a:path w="2901950" h="46355">
                  <a:moveTo>
                    <a:pt x="2841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2878464" y="36572"/>
                  </a:lnTo>
                  <a:lnTo>
                    <a:pt x="2874378" y="39333"/>
                  </a:lnTo>
                  <a:lnTo>
                    <a:pt x="2841093" y="46097"/>
                  </a:lnTo>
                  <a:close/>
                </a:path>
                <a:path w="2901950" h="46355">
                  <a:moveTo>
                    <a:pt x="2878464" y="36572"/>
                  </a:moveTo>
                  <a:lnTo>
                    <a:pt x="2841093" y="36572"/>
                  </a:lnTo>
                  <a:lnTo>
                    <a:pt x="2870680" y="30560"/>
                  </a:lnTo>
                  <a:lnTo>
                    <a:pt x="2894909" y="14189"/>
                  </a:lnTo>
                  <a:lnTo>
                    <a:pt x="2901636" y="20916"/>
                  </a:lnTo>
                  <a:lnTo>
                    <a:pt x="2878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8000" y="1326258"/>
              <a:ext cx="46355" cy="959485"/>
            </a:xfrm>
            <a:custGeom>
              <a:avLst/>
              <a:gdLst/>
              <a:ahLst/>
              <a:cxnLst/>
              <a:rect l="l" t="t" r="r" b="b"/>
              <a:pathLst>
                <a:path w="46354" h="959485">
                  <a:moveTo>
                    <a:pt x="25181" y="958867"/>
                  </a:moveTo>
                  <a:lnTo>
                    <a:pt x="6764" y="931609"/>
                  </a:lnTo>
                  <a:lnTo>
                    <a:pt x="0" y="898323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898323"/>
                  </a:lnTo>
                  <a:lnTo>
                    <a:pt x="41857" y="927910"/>
                  </a:lnTo>
                  <a:lnTo>
                    <a:pt x="46097" y="937950"/>
                  </a:lnTo>
                  <a:lnTo>
                    <a:pt x="25181" y="958867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3176" y="1301083"/>
              <a:ext cx="2927350" cy="984250"/>
            </a:xfrm>
            <a:custGeom>
              <a:avLst/>
              <a:gdLst/>
              <a:ahLst/>
              <a:cxnLst/>
              <a:rect l="l" t="t" r="r" b="b"/>
              <a:pathLst>
                <a:path w="2927350" h="984250">
                  <a:moveTo>
                    <a:pt x="2926816" y="85725"/>
                  </a:moveTo>
                  <a:lnTo>
                    <a:pt x="2901632" y="25184"/>
                  </a:lnTo>
                  <a:lnTo>
                    <a:pt x="2841091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2841091" y="9525"/>
                  </a:lnTo>
                  <a:lnTo>
                    <a:pt x="2870682" y="15532"/>
                  </a:lnTo>
                  <a:lnTo>
                    <a:pt x="2894914" y="31902"/>
                  </a:lnTo>
                  <a:lnTo>
                    <a:pt x="2911284" y="56134"/>
                  </a:lnTo>
                  <a:lnTo>
                    <a:pt x="2917291" y="85725"/>
                  </a:lnTo>
                  <a:lnTo>
                    <a:pt x="2917291" y="923505"/>
                  </a:lnTo>
                  <a:lnTo>
                    <a:pt x="2911284" y="953096"/>
                  </a:lnTo>
                  <a:lnTo>
                    <a:pt x="2894914" y="977315"/>
                  </a:lnTo>
                  <a:lnTo>
                    <a:pt x="2901632" y="984046"/>
                  </a:lnTo>
                  <a:lnTo>
                    <a:pt x="2920047" y="956792"/>
                  </a:lnTo>
                  <a:lnTo>
                    <a:pt x="2926816" y="923505"/>
                  </a:lnTo>
                  <a:lnTo>
                    <a:pt x="2926816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648000" y="2424607"/>
            <a:ext cx="2952115" cy="1009650"/>
            <a:chOff x="648000" y="2424607"/>
            <a:chExt cx="2952115" cy="1009650"/>
          </a:xfrm>
        </p:grpSpPr>
        <p:sp>
          <p:nvSpPr>
            <p:cNvPr id="8" name="object 8"/>
            <p:cNvSpPr/>
            <p:nvPr/>
          </p:nvSpPr>
          <p:spPr>
            <a:xfrm>
              <a:off x="648000" y="2424607"/>
              <a:ext cx="2952115" cy="1009650"/>
            </a:xfrm>
            <a:custGeom>
              <a:avLst/>
              <a:gdLst/>
              <a:ahLst/>
              <a:cxnLst/>
              <a:rect l="l" t="t" r="r" b="b"/>
              <a:pathLst>
                <a:path w="2952115" h="1009650">
                  <a:moveTo>
                    <a:pt x="2866275" y="1009230"/>
                  </a:moveTo>
                  <a:lnTo>
                    <a:pt x="85725" y="1009230"/>
                  </a:lnTo>
                  <a:lnTo>
                    <a:pt x="52439" y="1002466"/>
                  </a:lnTo>
                  <a:lnTo>
                    <a:pt x="25181" y="984048"/>
                  </a:lnTo>
                  <a:lnTo>
                    <a:pt x="6764" y="956790"/>
                  </a:lnTo>
                  <a:lnTo>
                    <a:pt x="0" y="923505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2866275" y="0"/>
                  </a:lnTo>
                  <a:lnTo>
                    <a:pt x="2899560" y="6764"/>
                  </a:lnTo>
                  <a:lnTo>
                    <a:pt x="2926818" y="25181"/>
                  </a:lnTo>
                  <a:lnTo>
                    <a:pt x="2945235" y="52439"/>
                  </a:lnTo>
                  <a:lnTo>
                    <a:pt x="2952000" y="85725"/>
                  </a:lnTo>
                  <a:lnTo>
                    <a:pt x="2952000" y="923505"/>
                  </a:lnTo>
                  <a:lnTo>
                    <a:pt x="2945235" y="956790"/>
                  </a:lnTo>
                  <a:lnTo>
                    <a:pt x="2926818" y="984048"/>
                  </a:lnTo>
                  <a:lnTo>
                    <a:pt x="2899560" y="1002466"/>
                  </a:lnTo>
                  <a:lnTo>
                    <a:pt x="2866275" y="1009230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73181" y="3387740"/>
              <a:ext cx="2901950" cy="46355"/>
            </a:xfrm>
            <a:custGeom>
              <a:avLst/>
              <a:gdLst/>
              <a:ahLst/>
              <a:cxnLst/>
              <a:rect l="l" t="t" r="r" b="b"/>
              <a:pathLst>
                <a:path w="2901950" h="46354">
                  <a:moveTo>
                    <a:pt x="2841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2878464" y="36572"/>
                  </a:lnTo>
                  <a:lnTo>
                    <a:pt x="2874378" y="39333"/>
                  </a:lnTo>
                  <a:lnTo>
                    <a:pt x="2841093" y="46097"/>
                  </a:lnTo>
                  <a:close/>
                </a:path>
                <a:path w="2901950" h="46354">
                  <a:moveTo>
                    <a:pt x="2878464" y="36572"/>
                  </a:moveTo>
                  <a:lnTo>
                    <a:pt x="2841093" y="36572"/>
                  </a:lnTo>
                  <a:lnTo>
                    <a:pt x="2870680" y="30560"/>
                  </a:lnTo>
                  <a:lnTo>
                    <a:pt x="2894909" y="14189"/>
                  </a:lnTo>
                  <a:lnTo>
                    <a:pt x="2901636" y="20916"/>
                  </a:lnTo>
                  <a:lnTo>
                    <a:pt x="2878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8000" y="2449789"/>
              <a:ext cx="46355" cy="959485"/>
            </a:xfrm>
            <a:custGeom>
              <a:avLst/>
              <a:gdLst/>
              <a:ahLst/>
              <a:cxnLst/>
              <a:rect l="l" t="t" r="r" b="b"/>
              <a:pathLst>
                <a:path w="46354" h="959485">
                  <a:moveTo>
                    <a:pt x="25181" y="958867"/>
                  </a:moveTo>
                  <a:lnTo>
                    <a:pt x="6764" y="931609"/>
                  </a:lnTo>
                  <a:lnTo>
                    <a:pt x="0" y="898323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898323"/>
                  </a:lnTo>
                  <a:lnTo>
                    <a:pt x="41857" y="927910"/>
                  </a:lnTo>
                  <a:lnTo>
                    <a:pt x="46097" y="937950"/>
                  </a:lnTo>
                  <a:lnTo>
                    <a:pt x="25181" y="958867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3176" y="2424614"/>
              <a:ext cx="2927350" cy="984250"/>
            </a:xfrm>
            <a:custGeom>
              <a:avLst/>
              <a:gdLst/>
              <a:ahLst/>
              <a:cxnLst/>
              <a:rect l="l" t="t" r="r" b="b"/>
              <a:pathLst>
                <a:path w="2927350" h="984250">
                  <a:moveTo>
                    <a:pt x="2926816" y="85725"/>
                  </a:moveTo>
                  <a:lnTo>
                    <a:pt x="2901632" y="25184"/>
                  </a:lnTo>
                  <a:lnTo>
                    <a:pt x="2841091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2841091" y="9525"/>
                  </a:lnTo>
                  <a:lnTo>
                    <a:pt x="2870682" y="15532"/>
                  </a:lnTo>
                  <a:lnTo>
                    <a:pt x="2894914" y="31902"/>
                  </a:lnTo>
                  <a:lnTo>
                    <a:pt x="2911284" y="56134"/>
                  </a:lnTo>
                  <a:lnTo>
                    <a:pt x="2917291" y="85725"/>
                  </a:lnTo>
                  <a:lnTo>
                    <a:pt x="2917291" y="923505"/>
                  </a:lnTo>
                  <a:lnTo>
                    <a:pt x="2911284" y="953096"/>
                  </a:lnTo>
                  <a:lnTo>
                    <a:pt x="2894914" y="977315"/>
                  </a:lnTo>
                  <a:lnTo>
                    <a:pt x="2901632" y="984046"/>
                  </a:lnTo>
                  <a:lnTo>
                    <a:pt x="2920047" y="956792"/>
                  </a:lnTo>
                  <a:lnTo>
                    <a:pt x="2926816" y="923505"/>
                  </a:lnTo>
                  <a:lnTo>
                    <a:pt x="2926816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960000" y="1301077"/>
            <a:ext cx="2772410" cy="1184275"/>
            <a:chOff x="3960000" y="1301077"/>
            <a:chExt cx="2772410" cy="1184275"/>
          </a:xfrm>
        </p:grpSpPr>
        <p:sp>
          <p:nvSpPr>
            <p:cNvPr id="13" name="object 13"/>
            <p:cNvSpPr/>
            <p:nvPr/>
          </p:nvSpPr>
          <p:spPr>
            <a:xfrm>
              <a:off x="3960000" y="1301077"/>
              <a:ext cx="2772410" cy="1184275"/>
            </a:xfrm>
            <a:custGeom>
              <a:avLst/>
              <a:gdLst/>
              <a:ahLst/>
              <a:cxnLst/>
              <a:rect l="l" t="t" r="r" b="b"/>
              <a:pathLst>
                <a:path w="2772409" h="1184275">
                  <a:moveTo>
                    <a:pt x="2686275" y="1184173"/>
                  </a:moveTo>
                  <a:lnTo>
                    <a:pt x="85725" y="1184173"/>
                  </a:lnTo>
                  <a:lnTo>
                    <a:pt x="52439" y="1177408"/>
                  </a:lnTo>
                  <a:lnTo>
                    <a:pt x="25181" y="1158991"/>
                  </a:lnTo>
                  <a:lnTo>
                    <a:pt x="6764" y="1131733"/>
                  </a:lnTo>
                  <a:lnTo>
                    <a:pt x="0" y="1098448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2686275" y="0"/>
                  </a:lnTo>
                  <a:lnTo>
                    <a:pt x="2719560" y="6764"/>
                  </a:lnTo>
                  <a:lnTo>
                    <a:pt x="2746818" y="25181"/>
                  </a:lnTo>
                  <a:lnTo>
                    <a:pt x="2765235" y="52439"/>
                  </a:lnTo>
                  <a:lnTo>
                    <a:pt x="2772000" y="85725"/>
                  </a:lnTo>
                  <a:lnTo>
                    <a:pt x="2772000" y="1098448"/>
                  </a:lnTo>
                  <a:lnTo>
                    <a:pt x="2765235" y="1131733"/>
                  </a:lnTo>
                  <a:lnTo>
                    <a:pt x="2746818" y="1158991"/>
                  </a:lnTo>
                  <a:lnTo>
                    <a:pt x="2719560" y="1177408"/>
                  </a:lnTo>
                  <a:lnTo>
                    <a:pt x="2686275" y="1184173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85181" y="2439152"/>
              <a:ext cx="2722245" cy="46355"/>
            </a:xfrm>
            <a:custGeom>
              <a:avLst/>
              <a:gdLst/>
              <a:ahLst/>
              <a:cxnLst/>
              <a:rect l="l" t="t" r="r" b="b"/>
              <a:pathLst>
                <a:path w="2722245" h="46355">
                  <a:moveTo>
                    <a:pt x="2661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2698464" y="36572"/>
                  </a:lnTo>
                  <a:lnTo>
                    <a:pt x="2694378" y="39333"/>
                  </a:lnTo>
                  <a:lnTo>
                    <a:pt x="2661093" y="46097"/>
                  </a:lnTo>
                  <a:close/>
                </a:path>
                <a:path w="2722245" h="46355">
                  <a:moveTo>
                    <a:pt x="2698464" y="36572"/>
                  </a:moveTo>
                  <a:lnTo>
                    <a:pt x="2661093" y="36572"/>
                  </a:lnTo>
                  <a:lnTo>
                    <a:pt x="2690680" y="30560"/>
                  </a:lnTo>
                  <a:lnTo>
                    <a:pt x="2714909" y="14189"/>
                  </a:lnTo>
                  <a:lnTo>
                    <a:pt x="2721636" y="20916"/>
                  </a:lnTo>
                  <a:lnTo>
                    <a:pt x="2698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60000" y="1326258"/>
              <a:ext cx="46355" cy="1134110"/>
            </a:xfrm>
            <a:custGeom>
              <a:avLst/>
              <a:gdLst/>
              <a:ahLst/>
              <a:cxnLst/>
              <a:rect l="l" t="t" r="r" b="b"/>
              <a:pathLst>
                <a:path w="46354" h="1134110">
                  <a:moveTo>
                    <a:pt x="25181" y="1133809"/>
                  </a:moveTo>
                  <a:lnTo>
                    <a:pt x="6764" y="1106551"/>
                  </a:lnTo>
                  <a:lnTo>
                    <a:pt x="0" y="1073266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073266"/>
                  </a:lnTo>
                  <a:lnTo>
                    <a:pt x="41857" y="1102853"/>
                  </a:lnTo>
                  <a:lnTo>
                    <a:pt x="46097" y="1112893"/>
                  </a:lnTo>
                  <a:lnTo>
                    <a:pt x="25181" y="1133809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85171" y="1301083"/>
              <a:ext cx="2747010" cy="1159510"/>
            </a:xfrm>
            <a:custGeom>
              <a:avLst/>
              <a:gdLst/>
              <a:ahLst/>
              <a:cxnLst/>
              <a:rect l="l" t="t" r="r" b="b"/>
              <a:pathLst>
                <a:path w="2747009" h="1159510">
                  <a:moveTo>
                    <a:pt x="2746819" y="85725"/>
                  </a:moveTo>
                  <a:lnTo>
                    <a:pt x="2721635" y="25184"/>
                  </a:lnTo>
                  <a:lnTo>
                    <a:pt x="2661094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53" y="9525"/>
                  </a:lnTo>
                  <a:lnTo>
                    <a:pt x="2661094" y="9525"/>
                  </a:lnTo>
                  <a:lnTo>
                    <a:pt x="2690685" y="15532"/>
                  </a:lnTo>
                  <a:lnTo>
                    <a:pt x="2714917" y="31902"/>
                  </a:lnTo>
                  <a:lnTo>
                    <a:pt x="2731287" y="56134"/>
                  </a:lnTo>
                  <a:lnTo>
                    <a:pt x="2737294" y="85725"/>
                  </a:lnTo>
                  <a:lnTo>
                    <a:pt x="2737294" y="1098448"/>
                  </a:lnTo>
                  <a:lnTo>
                    <a:pt x="2731287" y="1128039"/>
                  </a:lnTo>
                  <a:lnTo>
                    <a:pt x="2714917" y="1152258"/>
                  </a:lnTo>
                  <a:lnTo>
                    <a:pt x="2721635" y="1158989"/>
                  </a:lnTo>
                  <a:lnTo>
                    <a:pt x="2740063" y="1131735"/>
                  </a:lnTo>
                  <a:lnTo>
                    <a:pt x="2746819" y="1098448"/>
                  </a:lnTo>
                  <a:lnTo>
                    <a:pt x="2746819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3960000" y="2599550"/>
            <a:ext cx="2772410" cy="1009650"/>
            <a:chOff x="3960000" y="2599550"/>
            <a:chExt cx="2772410" cy="1009650"/>
          </a:xfrm>
        </p:grpSpPr>
        <p:sp>
          <p:nvSpPr>
            <p:cNvPr id="18" name="object 18"/>
            <p:cNvSpPr/>
            <p:nvPr/>
          </p:nvSpPr>
          <p:spPr>
            <a:xfrm>
              <a:off x="3960000" y="2599550"/>
              <a:ext cx="2772410" cy="1009650"/>
            </a:xfrm>
            <a:custGeom>
              <a:avLst/>
              <a:gdLst/>
              <a:ahLst/>
              <a:cxnLst/>
              <a:rect l="l" t="t" r="r" b="b"/>
              <a:pathLst>
                <a:path w="2772409" h="1009650">
                  <a:moveTo>
                    <a:pt x="2686275" y="1009230"/>
                  </a:moveTo>
                  <a:lnTo>
                    <a:pt x="85725" y="1009230"/>
                  </a:lnTo>
                  <a:lnTo>
                    <a:pt x="52439" y="1002466"/>
                  </a:lnTo>
                  <a:lnTo>
                    <a:pt x="25181" y="984048"/>
                  </a:lnTo>
                  <a:lnTo>
                    <a:pt x="6764" y="956790"/>
                  </a:lnTo>
                  <a:lnTo>
                    <a:pt x="0" y="923505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2686275" y="0"/>
                  </a:lnTo>
                  <a:lnTo>
                    <a:pt x="2719560" y="6764"/>
                  </a:lnTo>
                  <a:lnTo>
                    <a:pt x="2746818" y="25181"/>
                  </a:lnTo>
                  <a:lnTo>
                    <a:pt x="2765235" y="52439"/>
                  </a:lnTo>
                  <a:lnTo>
                    <a:pt x="2772000" y="85725"/>
                  </a:lnTo>
                  <a:lnTo>
                    <a:pt x="2772000" y="923505"/>
                  </a:lnTo>
                  <a:lnTo>
                    <a:pt x="2765235" y="956790"/>
                  </a:lnTo>
                  <a:lnTo>
                    <a:pt x="2746818" y="984048"/>
                  </a:lnTo>
                  <a:lnTo>
                    <a:pt x="2719560" y="1002466"/>
                  </a:lnTo>
                  <a:lnTo>
                    <a:pt x="2686275" y="1009230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985181" y="3562683"/>
              <a:ext cx="2722245" cy="46355"/>
            </a:xfrm>
            <a:custGeom>
              <a:avLst/>
              <a:gdLst/>
              <a:ahLst/>
              <a:cxnLst/>
              <a:rect l="l" t="t" r="r" b="b"/>
              <a:pathLst>
                <a:path w="2722245" h="46354">
                  <a:moveTo>
                    <a:pt x="2661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2698464" y="36572"/>
                  </a:lnTo>
                  <a:lnTo>
                    <a:pt x="2694378" y="39333"/>
                  </a:lnTo>
                  <a:lnTo>
                    <a:pt x="2661093" y="46097"/>
                  </a:lnTo>
                  <a:close/>
                </a:path>
                <a:path w="2722245" h="46354">
                  <a:moveTo>
                    <a:pt x="2698464" y="36572"/>
                  </a:moveTo>
                  <a:lnTo>
                    <a:pt x="2661093" y="36572"/>
                  </a:lnTo>
                  <a:lnTo>
                    <a:pt x="2690680" y="30560"/>
                  </a:lnTo>
                  <a:lnTo>
                    <a:pt x="2714909" y="14189"/>
                  </a:lnTo>
                  <a:lnTo>
                    <a:pt x="2721636" y="20916"/>
                  </a:lnTo>
                  <a:lnTo>
                    <a:pt x="2698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60000" y="2624732"/>
              <a:ext cx="46355" cy="959485"/>
            </a:xfrm>
            <a:custGeom>
              <a:avLst/>
              <a:gdLst/>
              <a:ahLst/>
              <a:cxnLst/>
              <a:rect l="l" t="t" r="r" b="b"/>
              <a:pathLst>
                <a:path w="46354" h="959485">
                  <a:moveTo>
                    <a:pt x="25181" y="958867"/>
                  </a:moveTo>
                  <a:lnTo>
                    <a:pt x="6764" y="931609"/>
                  </a:lnTo>
                  <a:lnTo>
                    <a:pt x="0" y="898323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898323"/>
                  </a:lnTo>
                  <a:lnTo>
                    <a:pt x="41857" y="927910"/>
                  </a:lnTo>
                  <a:lnTo>
                    <a:pt x="46097" y="937950"/>
                  </a:lnTo>
                  <a:lnTo>
                    <a:pt x="25181" y="95886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85171" y="2599557"/>
              <a:ext cx="2747010" cy="984250"/>
            </a:xfrm>
            <a:custGeom>
              <a:avLst/>
              <a:gdLst/>
              <a:ahLst/>
              <a:cxnLst/>
              <a:rect l="l" t="t" r="r" b="b"/>
              <a:pathLst>
                <a:path w="2747009" h="984250">
                  <a:moveTo>
                    <a:pt x="2746819" y="85725"/>
                  </a:moveTo>
                  <a:lnTo>
                    <a:pt x="2721635" y="25184"/>
                  </a:lnTo>
                  <a:lnTo>
                    <a:pt x="2661094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53" y="9525"/>
                  </a:lnTo>
                  <a:lnTo>
                    <a:pt x="2661094" y="9525"/>
                  </a:lnTo>
                  <a:lnTo>
                    <a:pt x="2690685" y="15532"/>
                  </a:lnTo>
                  <a:lnTo>
                    <a:pt x="2714917" y="31902"/>
                  </a:lnTo>
                  <a:lnTo>
                    <a:pt x="2731287" y="56134"/>
                  </a:lnTo>
                  <a:lnTo>
                    <a:pt x="2737294" y="85725"/>
                  </a:lnTo>
                  <a:lnTo>
                    <a:pt x="2737294" y="923505"/>
                  </a:lnTo>
                  <a:lnTo>
                    <a:pt x="2731287" y="953096"/>
                  </a:lnTo>
                  <a:lnTo>
                    <a:pt x="2714917" y="977315"/>
                  </a:lnTo>
                  <a:lnTo>
                    <a:pt x="2721635" y="984046"/>
                  </a:lnTo>
                  <a:lnTo>
                    <a:pt x="2740063" y="956792"/>
                  </a:lnTo>
                  <a:lnTo>
                    <a:pt x="2746819" y="923505"/>
                  </a:lnTo>
                  <a:lnTo>
                    <a:pt x="2746819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7092000" y="1301077"/>
            <a:ext cx="2952115" cy="1009650"/>
            <a:chOff x="7092000" y="1301077"/>
            <a:chExt cx="2952115" cy="1009650"/>
          </a:xfrm>
        </p:grpSpPr>
        <p:sp>
          <p:nvSpPr>
            <p:cNvPr id="23" name="object 23"/>
            <p:cNvSpPr/>
            <p:nvPr/>
          </p:nvSpPr>
          <p:spPr>
            <a:xfrm>
              <a:off x="7092000" y="1301077"/>
              <a:ext cx="2952115" cy="1009650"/>
            </a:xfrm>
            <a:custGeom>
              <a:avLst/>
              <a:gdLst/>
              <a:ahLst/>
              <a:cxnLst/>
              <a:rect l="l" t="t" r="r" b="b"/>
              <a:pathLst>
                <a:path w="2952115" h="1009650">
                  <a:moveTo>
                    <a:pt x="2866275" y="1009230"/>
                  </a:moveTo>
                  <a:lnTo>
                    <a:pt x="85725" y="1009230"/>
                  </a:lnTo>
                  <a:lnTo>
                    <a:pt x="52439" y="1002466"/>
                  </a:lnTo>
                  <a:lnTo>
                    <a:pt x="25181" y="984048"/>
                  </a:lnTo>
                  <a:lnTo>
                    <a:pt x="6764" y="956790"/>
                  </a:lnTo>
                  <a:lnTo>
                    <a:pt x="0" y="923505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2866275" y="0"/>
                  </a:lnTo>
                  <a:lnTo>
                    <a:pt x="2899560" y="6764"/>
                  </a:lnTo>
                  <a:lnTo>
                    <a:pt x="2926818" y="25181"/>
                  </a:lnTo>
                  <a:lnTo>
                    <a:pt x="2945235" y="52439"/>
                  </a:lnTo>
                  <a:lnTo>
                    <a:pt x="2952000" y="85725"/>
                  </a:lnTo>
                  <a:lnTo>
                    <a:pt x="2952000" y="923505"/>
                  </a:lnTo>
                  <a:lnTo>
                    <a:pt x="2945235" y="956790"/>
                  </a:lnTo>
                  <a:lnTo>
                    <a:pt x="2926818" y="984048"/>
                  </a:lnTo>
                  <a:lnTo>
                    <a:pt x="2899560" y="1002466"/>
                  </a:lnTo>
                  <a:lnTo>
                    <a:pt x="2866275" y="1009230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117182" y="2264209"/>
              <a:ext cx="2901950" cy="46355"/>
            </a:xfrm>
            <a:custGeom>
              <a:avLst/>
              <a:gdLst/>
              <a:ahLst/>
              <a:cxnLst/>
              <a:rect l="l" t="t" r="r" b="b"/>
              <a:pathLst>
                <a:path w="2901950" h="46355">
                  <a:moveTo>
                    <a:pt x="2841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2878464" y="36572"/>
                  </a:lnTo>
                  <a:lnTo>
                    <a:pt x="2874378" y="39333"/>
                  </a:lnTo>
                  <a:lnTo>
                    <a:pt x="2841093" y="46097"/>
                  </a:lnTo>
                  <a:close/>
                </a:path>
                <a:path w="2901950" h="46355">
                  <a:moveTo>
                    <a:pt x="2878464" y="36572"/>
                  </a:moveTo>
                  <a:lnTo>
                    <a:pt x="2841093" y="36572"/>
                  </a:lnTo>
                  <a:lnTo>
                    <a:pt x="2870680" y="30560"/>
                  </a:lnTo>
                  <a:lnTo>
                    <a:pt x="2894909" y="14189"/>
                  </a:lnTo>
                  <a:lnTo>
                    <a:pt x="2901636" y="20916"/>
                  </a:lnTo>
                  <a:lnTo>
                    <a:pt x="2878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092000" y="1326258"/>
              <a:ext cx="46355" cy="959485"/>
            </a:xfrm>
            <a:custGeom>
              <a:avLst/>
              <a:gdLst/>
              <a:ahLst/>
              <a:cxnLst/>
              <a:rect l="l" t="t" r="r" b="b"/>
              <a:pathLst>
                <a:path w="46354" h="959485">
                  <a:moveTo>
                    <a:pt x="25181" y="958867"/>
                  </a:moveTo>
                  <a:lnTo>
                    <a:pt x="6764" y="931609"/>
                  </a:lnTo>
                  <a:lnTo>
                    <a:pt x="0" y="898323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898323"/>
                  </a:lnTo>
                  <a:lnTo>
                    <a:pt x="41857" y="927910"/>
                  </a:lnTo>
                  <a:lnTo>
                    <a:pt x="46097" y="937950"/>
                  </a:lnTo>
                  <a:lnTo>
                    <a:pt x="25181" y="958867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17182" y="1301083"/>
              <a:ext cx="2927350" cy="984250"/>
            </a:xfrm>
            <a:custGeom>
              <a:avLst/>
              <a:gdLst/>
              <a:ahLst/>
              <a:cxnLst/>
              <a:rect l="l" t="t" r="r" b="b"/>
              <a:pathLst>
                <a:path w="2927350" h="984250">
                  <a:moveTo>
                    <a:pt x="2926816" y="85725"/>
                  </a:moveTo>
                  <a:lnTo>
                    <a:pt x="2920047" y="52438"/>
                  </a:lnTo>
                  <a:lnTo>
                    <a:pt x="2901632" y="25184"/>
                  </a:lnTo>
                  <a:lnTo>
                    <a:pt x="2878455" y="9525"/>
                  </a:lnTo>
                  <a:lnTo>
                    <a:pt x="2874378" y="6769"/>
                  </a:lnTo>
                  <a:lnTo>
                    <a:pt x="2841091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04" y="46101"/>
                  </a:lnTo>
                  <a:lnTo>
                    <a:pt x="26898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2841091" y="9525"/>
                  </a:lnTo>
                  <a:lnTo>
                    <a:pt x="2870670" y="15532"/>
                  </a:lnTo>
                  <a:lnTo>
                    <a:pt x="2894901" y="31902"/>
                  </a:lnTo>
                  <a:lnTo>
                    <a:pt x="2911271" y="56134"/>
                  </a:lnTo>
                  <a:lnTo>
                    <a:pt x="2917291" y="85725"/>
                  </a:lnTo>
                  <a:lnTo>
                    <a:pt x="2917291" y="923505"/>
                  </a:lnTo>
                  <a:lnTo>
                    <a:pt x="2911271" y="953096"/>
                  </a:lnTo>
                  <a:lnTo>
                    <a:pt x="2894901" y="977315"/>
                  </a:lnTo>
                  <a:lnTo>
                    <a:pt x="2901632" y="984046"/>
                  </a:lnTo>
                  <a:lnTo>
                    <a:pt x="2920047" y="956792"/>
                  </a:lnTo>
                  <a:lnTo>
                    <a:pt x="2926816" y="923505"/>
                  </a:lnTo>
                  <a:lnTo>
                    <a:pt x="2926816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7092000" y="2424607"/>
            <a:ext cx="2952115" cy="1009650"/>
            <a:chOff x="7092000" y="2424607"/>
            <a:chExt cx="2952115" cy="1009650"/>
          </a:xfrm>
        </p:grpSpPr>
        <p:sp>
          <p:nvSpPr>
            <p:cNvPr id="28" name="object 28"/>
            <p:cNvSpPr/>
            <p:nvPr/>
          </p:nvSpPr>
          <p:spPr>
            <a:xfrm>
              <a:off x="7092000" y="2424607"/>
              <a:ext cx="2952115" cy="1009650"/>
            </a:xfrm>
            <a:custGeom>
              <a:avLst/>
              <a:gdLst/>
              <a:ahLst/>
              <a:cxnLst/>
              <a:rect l="l" t="t" r="r" b="b"/>
              <a:pathLst>
                <a:path w="2952115" h="1009650">
                  <a:moveTo>
                    <a:pt x="2866275" y="1009230"/>
                  </a:moveTo>
                  <a:lnTo>
                    <a:pt x="85725" y="1009230"/>
                  </a:lnTo>
                  <a:lnTo>
                    <a:pt x="52439" y="1002466"/>
                  </a:lnTo>
                  <a:lnTo>
                    <a:pt x="25181" y="984048"/>
                  </a:lnTo>
                  <a:lnTo>
                    <a:pt x="6764" y="956790"/>
                  </a:lnTo>
                  <a:lnTo>
                    <a:pt x="0" y="923505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2866275" y="0"/>
                  </a:lnTo>
                  <a:lnTo>
                    <a:pt x="2899560" y="6764"/>
                  </a:lnTo>
                  <a:lnTo>
                    <a:pt x="2926818" y="25181"/>
                  </a:lnTo>
                  <a:lnTo>
                    <a:pt x="2945235" y="52439"/>
                  </a:lnTo>
                  <a:lnTo>
                    <a:pt x="2952000" y="85725"/>
                  </a:lnTo>
                  <a:lnTo>
                    <a:pt x="2952000" y="923505"/>
                  </a:lnTo>
                  <a:lnTo>
                    <a:pt x="2945235" y="956790"/>
                  </a:lnTo>
                  <a:lnTo>
                    <a:pt x="2926818" y="984048"/>
                  </a:lnTo>
                  <a:lnTo>
                    <a:pt x="2899560" y="1002466"/>
                  </a:lnTo>
                  <a:lnTo>
                    <a:pt x="2866275" y="1009230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117182" y="3387740"/>
              <a:ext cx="2901950" cy="46355"/>
            </a:xfrm>
            <a:custGeom>
              <a:avLst/>
              <a:gdLst/>
              <a:ahLst/>
              <a:cxnLst/>
              <a:rect l="l" t="t" r="r" b="b"/>
              <a:pathLst>
                <a:path w="2901950" h="46354">
                  <a:moveTo>
                    <a:pt x="2841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2878464" y="36572"/>
                  </a:lnTo>
                  <a:lnTo>
                    <a:pt x="2874378" y="39333"/>
                  </a:lnTo>
                  <a:lnTo>
                    <a:pt x="2841093" y="46097"/>
                  </a:lnTo>
                  <a:close/>
                </a:path>
                <a:path w="2901950" h="46354">
                  <a:moveTo>
                    <a:pt x="2878464" y="36572"/>
                  </a:moveTo>
                  <a:lnTo>
                    <a:pt x="2841093" y="36572"/>
                  </a:lnTo>
                  <a:lnTo>
                    <a:pt x="2870680" y="30560"/>
                  </a:lnTo>
                  <a:lnTo>
                    <a:pt x="2894909" y="14189"/>
                  </a:lnTo>
                  <a:lnTo>
                    <a:pt x="2901636" y="20916"/>
                  </a:lnTo>
                  <a:lnTo>
                    <a:pt x="2878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092000" y="2449789"/>
              <a:ext cx="46355" cy="959485"/>
            </a:xfrm>
            <a:custGeom>
              <a:avLst/>
              <a:gdLst/>
              <a:ahLst/>
              <a:cxnLst/>
              <a:rect l="l" t="t" r="r" b="b"/>
              <a:pathLst>
                <a:path w="46354" h="959485">
                  <a:moveTo>
                    <a:pt x="25181" y="958867"/>
                  </a:moveTo>
                  <a:lnTo>
                    <a:pt x="6764" y="931609"/>
                  </a:lnTo>
                  <a:lnTo>
                    <a:pt x="0" y="898323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898323"/>
                  </a:lnTo>
                  <a:lnTo>
                    <a:pt x="41857" y="927910"/>
                  </a:lnTo>
                  <a:lnTo>
                    <a:pt x="46097" y="937950"/>
                  </a:lnTo>
                  <a:lnTo>
                    <a:pt x="25181" y="958867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117182" y="2424614"/>
              <a:ext cx="2927350" cy="984250"/>
            </a:xfrm>
            <a:custGeom>
              <a:avLst/>
              <a:gdLst/>
              <a:ahLst/>
              <a:cxnLst/>
              <a:rect l="l" t="t" r="r" b="b"/>
              <a:pathLst>
                <a:path w="2927350" h="984250">
                  <a:moveTo>
                    <a:pt x="2926816" y="85725"/>
                  </a:moveTo>
                  <a:lnTo>
                    <a:pt x="2920047" y="52438"/>
                  </a:lnTo>
                  <a:lnTo>
                    <a:pt x="2901632" y="25184"/>
                  </a:lnTo>
                  <a:lnTo>
                    <a:pt x="2878455" y="9525"/>
                  </a:lnTo>
                  <a:lnTo>
                    <a:pt x="2874378" y="6769"/>
                  </a:lnTo>
                  <a:lnTo>
                    <a:pt x="2841091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04" y="46101"/>
                  </a:lnTo>
                  <a:lnTo>
                    <a:pt x="26898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2841091" y="9525"/>
                  </a:lnTo>
                  <a:lnTo>
                    <a:pt x="2870670" y="15532"/>
                  </a:lnTo>
                  <a:lnTo>
                    <a:pt x="2894901" y="31902"/>
                  </a:lnTo>
                  <a:lnTo>
                    <a:pt x="2911271" y="56134"/>
                  </a:lnTo>
                  <a:lnTo>
                    <a:pt x="2917291" y="85725"/>
                  </a:lnTo>
                  <a:lnTo>
                    <a:pt x="2917291" y="923505"/>
                  </a:lnTo>
                  <a:lnTo>
                    <a:pt x="2911271" y="953096"/>
                  </a:lnTo>
                  <a:lnTo>
                    <a:pt x="2894901" y="977315"/>
                  </a:lnTo>
                  <a:lnTo>
                    <a:pt x="2901632" y="984046"/>
                  </a:lnTo>
                  <a:lnTo>
                    <a:pt x="2920047" y="956792"/>
                  </a:lnTo>
                  <a:lnTo>
                    <a:pt x="2926816" y="923505"/>
                  </a:lnTo>
                  <a:lnTo>
                    <a:pt x="2926816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2025" y="2530557"/>
              <a:ext cx="193196" cy="18183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04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35013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3.</a:t>
            </a:r>
            <a:r>
              <a:rPr dirty="0" sz="1800" spc="-30"/>
              <a:t> </a:t>
            </a:r>
            <a:r>
              <a:rPr dirty="0" sz="1800"/>
              <a:t>Comprehensive</a:t>
            </a:r>
            <a:r>
              <a:rPr dirty="0" sz="1800" spc="-30"/>
              <a:t> </a:t>
            </a:r>
            <a:r>
              <a:rPr dirty="0" sz="1800"/>
              <a:t>Feature</a:t>
            </a:r>
            <a:r>
              <a:rPr dirty="0" sz="1800" spc="-30"/>
              <a:t> </a:t>
            </a:r>
            <a:r>
              <a:rPr dirty="0" sz="1800" spc="-10"/>
              <a:t>Suite</a:t>
            </a:r>
            <a:endParaRPr sz="1800"/>
          </a:p>
        </p:txBody>
      </p: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024" y="1407026"/>
            <a:ext cx="193196" cy="181832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94097" y="1321634"/>
            <a:ext cx="2874010" cy="8324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7592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AI</a:t>
            </a:r>
            <a:r>
              <a:rPr dirty="0" sz="1150" spc="-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Study </a:t>
            </a:r>
            <a:r>
              <a:rPr dirty="0" sz="1150" spc="-10" b="1">
                <a:solidFill>
                  <a:srgbClr val="F0F4F9"/>
                </a:solidFill>
                <a:latin typeface="Arial"/>
                <a:cs typeface="Arial"/>
              </a:rPr>
              <a:t>Assistant</a:t>
            </a:r>
            <a:endParaRPr sz="1150">
              <a:latin typeface="Arial"/>
              <a:cs typeface="Arial"/>
            </a:endParaRPr>
          </a:p>
          <a:p>
            <a:pPr algn="just" marL="153670" marR="339725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Conversational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mentor offering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24/7 concept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explanations,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code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debugging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walkthroughs,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 syllabus-grounded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tutoring.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024" y="2530557"/>
            <a:ext cx="193196" cy="181832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94097" y="2445164"/>
            <a:ext cx="2874010" cy="8324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7592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Smart</a:t>
            </a:r>
            <a:r>
              <a:rPr dirty="0" sz="1150" spc="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Resource</a:t>
            </a:r>
            <a:r>
              <a:rPr dirty="0" sz="1150" spc="10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0F4F9"/>
                </a:solidFill>
                <a:latin typeface="Arial"/>
                <a:cs typeface="Arial"/>
              </a:rPr>
              <a:t>Curator</a:t>
            </a:r>
            <a:endParaRPr sz="1150">
              <a:latin typeface="Arial"/>
              <a:cs typeface="Arial"/>
            </a:endParaRPr>
          </a:p>
          <a:p>
            <a:pPr marL="153670" marR="179705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Semantic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search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matching</a:t>
            </a:r>
            <a:r>
              <a:rPr dirty="0" sz="950" spc="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textbook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references,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academic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papers,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timestamped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lectures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precisely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to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student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syllabus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requirements.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60025" y="1407026"/>
            <a:ext cx="193196" cy="181832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4006098" y="1321634"/>
            <a:ext cx="2694305" cy="100774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7592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Auto</a:t>
            </a:r>
            <a:r>
              <a:rPr dirty="0" sz="1150" spc="-3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Quiz</a:t>
            </a:r>
            <a:r>
              <a:rPr dirty="0" sz="1150" spc="-3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0F4F9"/>
                </a:solidFill>
                <a:latin typeface="Arial"/>
                <a:cs typeface="Arial"/>
              </a:rPr>
              <a:t>Generator</a:t>
            </a:r>
            <a:endParaRPr sz="1150">
              <a:latin typeface="Arial"/>
              <a:cs typeface="Arial"/>
            </a:endParaRPr>
          </a:p>
          <a:p>
            <a:pPr marL="153670" marR="150495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Dynamic</a:t>
            </a:r>
            <a:r>
              <a:rPr dirty="0" sz="95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assessment</a:t>
            </a:r>
            <a:r>
              <a:rPr dirty="0" sz="950" spc="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generator</a:t>
            </a:r>
            <a:r>
              <a:rPr dirty="0" sz="950" spc="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synthesizing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MCQs,</a:t>
            </a:r>
            <a:r>
              <a:rPr dirty="0" sz="950" spc="6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pseudocode</a:t>
            </a:r>
            <a:r>
              <a:rPr dirty="0" sz="950" spc="7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tests,</a:t>
            </a:r>
            <a:r>
              <a:rPr dirty="0" sz="950" spc="6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7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theory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questions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calibrated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by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Bloom's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cognitive taxonomy.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60025" y="2705499"/>
            <a:ext cx="193196" cy="181832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4006098" y="2620107"/>
            <a:ext cx="2694305" cy="8324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7592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Performance</a:t>
            </a:r>
            <a:r>
              <a:rPr dirty="0" sz="1150" spc="-2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0F4F9"/>
                </a:solidFill>
                <a:latin typeface="Arial"/>
                <a:cs typeface="Arial"/>
              </a:rPr>
              <a:t>Tracker</a:t>
            </a:r>
            <a:endParaRPr sz="1150">
              <a:latin typeface="Arial"/>
              <a:cs typeface="Arial"/>
            </a:endParaRPr>
          </a:p>
          <a:p>
            <a:pPr marL="153670" marR="163195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Visual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analytics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engine</a:t>
            </a:r>
            <a:r>
              <a:rPr dirty="0" sz="950" spc="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tracking</a:t>
            </a:r>
            <a:r>
              <a:rPr dirty="0" sz="9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retention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decay,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completion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pace,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accuracy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rates,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and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cumulative</a:t>
            </a:r>
            <a:r>
              <a:rPr dirty="0" sz="950" spc="-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mastery</a:t>
            </a:r>
            <a:r>
              <a:rPr dirty="0" sz="95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over</a:t>
            </a:r>
            <a:r>
              <a:rPr dirty="0" sz="95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time.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92024" y="1407026"/>
            <a:ext cx="193196" cy="18183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138098" y="1321634"/>
            <a:ext cx="2874010" cy="8324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75920">
              <a:lnSpc>
                <a:spcPct val="100000"/>
              </a:lnSpc>
              <a:spcBef>
                <a:spcPts val="690"/>
              </a:spcBef>
            </a:pPr>
            <a:r>
              <a:rPr dirty="0" sz="1150" spc="-35" b="1">
                <a:solidFill>
                  <a:srgbClr val="F0F4F9"/>
                </a:solidFill>
                <a:latin typeface="Arial"/>
                <a:cs typeface="Arial"/>
              </a:rPr>
              <a:t>Weak-</a:t>
            </a:r>
            <a:r>
              <a:rPr dirty="0" sz="1150" spc="-10" b="1">
                <a:solidFill>
                  <a:srgbClr val="F0F4F9"/>
                </a:solidFill>
                <a:latin typeface="Arial"/>
                <a:cs typeface="Arial"/>
              </a:rPr>
              <a:t>Topic</a:t>
            </a:r>
            <a:r>
              <a:rPr dirty="0" sz="1150" spc="-20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0F4F9"/>
                </a:solidFill>
                <a:latin typeface="Arial"/>
                <a:cs typeface="Arial"/>
              </a:rPr>
              <a:t>Detection</a:t>
            </a:r>
            <a:endParaRPr sz="1150">
              <a:latin typeface="Arial"/>
              <a:cs typeface="Arial"/>
            </a:endParaRPr>
          </a:p>
          <a:p>
            <a:pPr marL="153670" marR="173990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Isolates</a:t>
            </a:r>
            <a:r>
              <a:rPr dirty="0" sz="95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learning</a:t>
            </a:r>
            <a:r>
              <a:rPr dirty="0" sz="95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bottlenecks,</a:t>
            </a:r>
            <a:r>
              <a:rPr dirty="0" sz="95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prerequisite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gaps,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conceptual</a:t>
            </a:r>
            <a:r>
              <a:rPr dirty="0" sz="95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misunderstandings</a:t>
            </a:r>
            <a:r>
              <a:rPr dirty="0" sz="95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across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engineering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subjects.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38098" y="2445164"/>
            <a:ext cx="2874010" cy="8324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75920">
              <a:lnSpc>
                <a:spcPct val="100000"/>
              </a:lnSpc>
              <a:spcBef>
                <a:spcPts val="690"/>
              </a:spcBef>
            </a:pPr>
            <a:r>
              <a:rPr dirty="0" sz="1150" b="1">
                <a:solidFill>
                  <a:srgbClr val="F0F4F9"/>
                </a:solidFill>
                <a:latin typeface="Arial"/>
                <a:cs typeface="Arial"/>
              </a:rPr>
              <a:t>Smart</a:t>
            </a:r>
            <a:r>
              <a:rPr dirty="0" sz="1150" spc="10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0F4F9"/>
                </a:solidFill>
                <a:latin typeface="Arial"/>
                <a:cs typeface="Arial"/>
              </a:rPr>
              <a:t>Scheduling</a:t>
            </a:r>
            <a:endParaRPr sz="1150">
              <a:latin typeface="Arial"/>
              <a:cs typeface="Arial"/>
            </a:endParaRPr>
          </a:p>
          <a:p>
            <a:pPr algn="just" marL="153670" marR="424180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Constraint-based</a:t>
            </a:r>
            <a:r>
              <a:rPr dirty="0" sz="9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scheduler</a:t>
            </a:r>
            <a:r>
              <a:rPr dirty="0" sz="9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adapting</a:t>
            </a:r>
            <a:r>
              <a:rPr dirty="0" sz="95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study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sprints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around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daily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hours,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semester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exam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dates,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revision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cycles.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226046" y="7122095"/>
            <a:ext cx="83121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System</a:t>
            </a:r>
            <a:r>
              <a:rPr dirty="0" sz="850" spc="2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Features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000" y="1301077"/>
            <a:ext cx="4410075" cy="1242060"/>
            <a:chOff x="648000" y="1301077"/>
            <a:chExt cx="4410075" cy="1242060"/>
          </a:xfrm>
        </p:grpSpPr>
        <p:sp>
          <p:nvSpPr>
            <p:cNvPr id="3" name="object 3"/>
            <p:cNvSpPr/>
            <p:nvPr/>
          </p:nvSpPr>
          <p:spPr>
            <a:xfrm>
              <a:off x="648000" y="1301077"/>
              <a:ext cx="4410075" cy="1242060"/>
            </a:xfrm>
            <a:custGeom>
              <a:avLst/>
              <a:gdLst/>
              <a:ahLst/>
              <a:cxnLst/>
              <a:rect l="l" t="t" r="r" b="b"/>
              <a:pathLst>
                <a:path w="4410075" h="1242060">
                  <a:moveTo>
                    <a:pt x="4324275" y="1242056"/>
                  </a:moveTo>
                  <a:lnTo>
                    <a:pt x="85725" y="1242056"/>
                  </a:lnTo>
                  <a:lnTo>
                    <a:pt x="52439" y="1235292"/>
                  </a:lnTo>
                  <a:lnTo>
                    <a:pt x="25181" y="1216875"/>
                  </a:lnTo>
                  <a:lnTo>
                    <a:pt x="6764" y="1189617"/>
                  </a:lnTo>
                  <a:lnTo>
                    <a:pt x="0" y="115633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156331"/>
                  </a:lnTo>
                  <a:lnTo>
                    <a:pt x="4403235" y="1189617"/>
                  </a:lnTo>
                  <a:lnTo>
                    <a:pt x="4384818" y="1216875"/>
                  </a:lnTo>
                  <a:lnTo>
                    <a:pt x="4357560" y="1235292"/>
                  </a:lnTo>
                  <a:lnTo>
                    <a:pt x="4324275" y="124205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73181" y="249703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10" h="46355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10" h="46355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8000" y="1326258"/>
              <a:ext cx="46355" cy="1191895"/>
            </a:xfrm>
            <a:custGeom>
              <a:avLst/>
              <a:gdLst/>
              <a:ahLst/>
              <a:cxnLst/>
              <a:rect l="l" t="t" r="r" b="b"/>
              <a:pathLst>
                <a:path w="46354" h="1191895">
                  <a:moveTo>
                    <a:pt x="25181" y="1191693"/>
                  </a:moveTo>
                  <a:lnTo>
                    <a:pt x="6764" y="1164435"/>
                  </a:lnTo>
                  <a:lnTo>
                    <a:pt x="0" y="113115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131150"/>
                  </a:lnTo>
                  <a:lnTo>
                    <a:pt x="41857" y="1160737"/>
                  </a:lnTo>
                  <a:lnTo>
                    <a:pt x="46097" y="1170777"/>
                  </a:lnTo>
                  <a:lnTo>
                    <a:pt x="25181" y="1191693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3176" y="1301083"/>
              <a:ext cx="4385310" cy="1217295"/>
            </a:xfrm>
            <a:custGeom>
              <a:avLst/>
              <a:gdLst/>
              <a:ahLst/>
              <a:cxnLst/>
              <a:rect l="l" t="t" r="r" b="b"/>
              <a:pathLst>
                <a:path w="4385310" h="1217295">
                  <a:moveTo>
                    <a:pt x="4384814" y="85725"/>
                  </a:moveTo>
                  <a:lnTo>
                    <a:pt x="4359630" y="25184"/>
                  </a:lnTo>
                  <a:lnTo>
                    <a:pt x="4299089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4299089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289" y="85725"/>
                  </a:lnTo>
                  <a:lnTo>
                    <a:pt x="4375289" y="1156335"/>
                  </a:lnTo>
                  <a:lnTo>
                    <a:pt x="4369282" y="1185913"/>
                  </a:lnTo>
                  <a:lnTo>
                    <a:pt x="4352912" y="1210144"/>
                  </a:lnTo>
                  <a:lnTo>
                    <a:pt x="4359630" y="1216875"/>
                  </a:lnTo>
                  <a:lnTo>
                    <a:pt x="4378058" y="1189621"/>
                  </a:lnTo>
                  <a:lnTo>
                    <a:pt x="4384814" y="1156335"/>
                  </a:lnTo>
                  <a:lnTo>
                    <a:pt x="4384814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648000" y="2657434"/>
            <a:ext cx="4410075" cy="1657350"/>
            <a:chOff x="648000" y="2657434"/>
            <a:chExt cx="4410075" cy="1657350"/>
          </a:xfrm>
        </p:grpSpPr>
        <p:sp>
          <p:nvSpPr>
            <p:cNvPr id="8" name="object 8"/>
            <p:cNvSpPr/>
            <p:nvPr/>
          </p:nvSpPr>
          <p:spPr>
            <a:xfrm>
              <a:off x="648000" y="2657434"/>
              <a:ext cx="4410075" cy="1657350"/>
            </a:xfrm>
            <a:custGeom>
              <a:avLst/>
              <a:gdLst/>
              <a:ahLst/>
              <a:cxnLst/>
              <a:rect l="l" t="t" r="r" b="b"/>
              <a:pathLst>
                <a:path w="4410075" h="1657350">
                  <a:moveTo>
                    <a:pt x="4324275" y="1657346"/>
                  </a:moveTo>
                  <a:lnTo>
                    <a:pt x="85725" y="1657346"/>
                  </a:lnTo>
                  <a:lnTo>
                    <a:pt x="52439" y="1650582"/>
                  </a:lnTo>
                  <a:lnTo>
                    <a:pt x="25181" y="1632165"/>
                  </a:lnTo>
                  <a:lnTo>
                    <a:pt x="6764" y="1604907"/>
                  </a:lnTo>
                  <a:lnTo>
                    <a:pt x="0" y="157162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571621"/>
                  </a:lnTo>
                  <a:lnTo>
                    <a:pt x="4403235" y="1604907"/>
                  </a:lnTo>
                  <a:lnTo>
                    <a:pt x="4384818" y="1632165"/>
                  </a:lnTo>
                  <a:lnTo>
                    <a:pt x="4357560" y="1650582"/>
                  </a:lnTo>
                  <a:lnTo>
                    <a:pt x="4324275" y="165734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73181" y="4268683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10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10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8000" y="2682615"/>
              <a:ext cx="46355" cy="1607185"/>
            </a:xfrm>
            <a:custGeom>
              <a:avLst/>
              <a:gdLst/>
              <a:ahLst/>
              <a:cxnLst/>
              <a:rect l="l" t="t" r="r" b="b"/>
              <a:pathLst>
                <a:path w="46354" h="1607185">
                  <a:moveTo>
                    <a:pt x="25181" y="1606983"/>
                  </a:moveTo>
                  <a:lnTo>
                    <a:pt x="6764" y="1579725"/>
                  </a:lnTo>
                  <a:lnTo>
                    <a:pt x="0" y="154644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546440"/>
                  </a:lnTo>
                  <a:lnTo>
                    <a:pt x="41857" y="1576027"/>
                  </a:lnTo>
                  <a:lnTo>
                    <a:pt x="46097" y="1586067"/>
                  </a:lnTo>
                  <a:lnTo>
                    <a:pt x="25181" y="1606983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3176" y="2657443"/>
              <a:ext cx="4385310" cy="1632585"/>
            </a:xfrm>
            <a:custGeom>
              <a:avLst/>
              <a:gdLst/>
              <a:ahLst/>
              <a:cxnLst/>
              <a:rect l="l" t="t" r="r" b="b"/>
              <a:pathLst>
                <a:path w="4385310" h="1632585">
                  <a:moveTo>
                    <a:pt x="4384814" y="85725"/>
                  </a:moveTo>
                  <a:lnTo>
                    <a:pt x="4378058" y="52438"/>
                  </a:lnTo>
                  <a:lnTo>
                    <a:pt x="4359630" y="25184"/>
                  </a:lnTo>
                  <a:lnTo>
                    <a:pt x="4336466" y="9525"/>
                  </a:lnTo>
                  <a:lnTo>
                    <a:pt x="4332376" y="6756"/>
                  </a:lnTo>
                  <a:lnTo>
                    <a:pt x="4299089" y="0"/>
                  </a:lnTo>
                  <a:lnTo>
                    <a:pt x="60540" y="0"/>
                  </a:lnTo>
                  <a:lnTo>
                    <a:pt x="27254" y="6756"/>
                  </a:lnTo>
                  <a:lnTo>
                    <a:pt x="0" y="25184"/>
                  </a:lnTo>
                  <a:lnTo>
                    <a:pt x="20916" y="46088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4299089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289" y="85725"/>
                  </a:lnTo>
                  <a:lnTo>
                    <a:pt x="4375289" y="1571612"/>
                  </a:lnTo>
                  <a:lnTo>
                    <a:pt x="4369282" y="1601203"/>
                  </a:lnTo>
                  <a:lnTo>
                    <a:pt x="4352912" y="1625434"/>
                  </a:lnTo>
                  <a:lnTo>
                    <a:pt x="4359630" y="1632165"/>
                  </a:lnTo>
                  <a:lnTo>
                    <a:pt x="4378058" y="1604899"/>
                  </a:lnTo>
                  <a:lnTo>
                    <a:pt x="4384814" y="1571612"/>
                  </a:lnTo>
                  <a:lnTo>
                    <a:pt x="4384814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634000" y="1301077"/>
            <a:ext cx="4410075" cy="2695575"/>
            <a:chOff x="5634000" y="1301077"/>
            <a:chExt cx="4410075" cy="2695575"/>
          </a:xfrm>
        </p:grpSpPr>
        <p:sp>
          <p:nvSpPr>
            <p:cNvPr id="13" name="object 13"/>
            <p:cNvSpPr/>
            <p:nvPr/>
          </p:nvSpPr>
          <p:spPr>
            <a:xfrm>
              <a:off x="5634000" y="1301077"/>
              <a:ext cx="4410075" cy="2695575"/>
            </a:xfrm>
            <a:custGeom>
              <a:avLst/>
              <a:gdLst/>
              <a:ahLst/>
              <a:cxnLst/>
              <a:rect l="l" t="t" r="r" b="b"/>
              <a:pathLst>
                <a:path w="4410075" h="2695575">
                  <a:moveTo>
                    <a:pt x="4324275" y="2695575"/>
                  </a:moveTo>
                  <a:lnTo>
                    <a:pt x="85725" y="2695575"/>
                  </a:lnTo>
                  <a:lnTo>
                    <a:pt x="52439" y="2688810"/>
                  </a:lnTo>
                  <a:lnTo>
                    <a:pt x="25181" y="2670393"/>
                  </a:lnTo>
                  <a:lnTo>
                    <a:pt x="6764" y="2643135"/>
                  </a:lnTo>
                  <a:lnTo>
                    <a:pt x="0" y="2609850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2609850"/>
                  </a:lnTo>
                  <a:lnTo>
                    <a:pt x="4403235" y="2643135"/>
                  </a:lnTo>
                  <a:lnTo>
                    <a:pt x="4384818" y="2670393"/>
                  </a:lnTo>
                  <a:lnTo>
                    <a:pt x="4357560" y="2688810"/>
                  </a:lnTo>
                  <a:lnTo>
                    <a:pt x="4324275" y="2695575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633999" y="1301083"/>
              <a:ext cx="4410075" cy="2695575"/>
            </a:xfrm>
            <a:custGeom>
              <a:avLst/>
              <a:gdLst/>
              <a:ahLst/>
              <a:cxnLst/>
              <a:rect l="l" t="t" r="r" b="b"/>
              <a:pathLst>
                <a:path w="4410075" h="2695575">
                  <a:moveTo>
                    <a:pt x="9525" y="2546515"/>
                  </a:moveTo>
                  <a:lnTo>
                    <a:pt x="0" y="2546515"/>
                  </a:lnTo>
                  <a:lnTo>
                    <a:pt x="0" y="2574721"/>
                  </a:lnTo>
                  <a:lnTo>
                    <a:pt x="9525" y="2574721"/>
                  </a:lnTo>
                  <a:lnTo>
                    <a:pt x="9525" y="2546515"/>
                  </a:lnTo>
                  <a:close/>
                </a:path>
                <a:path w="4410075" h="2695575">
                  <a:moveTo>
                    <a:pt x="9525" y="2490101"/>
                  </a:moveTo>
                  <a:lnTo>
                    <a:pt x="0" y="2490101"/>
                  </a:lnTo>
                  <a:lnTo>
                    <a:pt x="0" y="2518308"/>
                  </a:lnTo>
                  <a:lnTo>
                    <a:pt x="9525" y="2518308"/>
                  </a:lnTo>
                  <a:lnTo>
                    <a:pt x="9525" y="2490101"/>
                  </a:lnTo>
                  <a:close/>
                </a:path>
                <a:path w="4410075" h="2695575">
                  <a:moveTo>
                    <a:pt x="9525" y="2433688"/>
                  </a:moveTo>
                  <a:lnTo>
                    <a:pt x="0" y="2433688"/>
                  </a:lnTo>
                  <a:lnTo>
                    <a:pt x="0" y="2461895"/>
                  </a:lnTo>
                  <a:lnTo>
                    <a:pt x="9525" y="2461895"/>
                  </a:lnTo>
                  <a:lnTo>
                    <a:pt x="9525" y="2433688"/>
                  </a:lnTo>
                  <a:close/>
                </a:path>
                <a:path w="4410075" h="2695575">
                  <a:moveTo>
                    <a:pt x="9525" y="2377287"/>
                  </a:moveTo>
                  <a:lnTo>
                    <a:pt x="0" y="2377287"/>
                  </a:lnTo>
                  <a:lnTo>
                    <a:pt x="0" y="2405481"/>
                  </a:lnTo>
                  <a:lnTo>
                    <a:pt x="9525" y="2405481"/>
                  </a:lnTo>
                  <a:lnTo>
                    <a:pt x="9525" y="2377287"/>
                  </a:lnTo>
                  <a:close/>
                </a:path>
                <a:path w="4410075" h="2695575">
                  <a:moveTo>
                    <a:pt x="9525" y="2320874"/>
                  </a:moveTo>
                  <a:lnTo>
                    <a:pt x="0" y="2320874"/>
                  </a:lnTo>
                  <a:lnTo>
                    <a:pt x="0" y="2349081"/>
                  </a:lnTo>
                  <a:lnTo>
                    <a:pt x="9525" y="2349081"/>
                  </a:lnTo>
                  <a:lnTo>
                    <a:pt x="9525" y="2320874"/>
                  </a:lnTo>
                  <a:close/>
                </a:path>
                <a:path w="4410075" h="2695575">
                  <a:moveTo>
                    <a:pt x="9525" y="2264460"/>
                  </a:moveTo>
                  <a:lnTo>
                    <a:pt x="0" y="2264460"/>
                  </a:lnTo>
                  <a:lnTo>
                    <a:pt x="0" y="2292667"/>
                  </a:lnTo>
                  <a:lnTo>
                    <a:pt x="9525" y="2292667"/>
                  </a:lnTo>
                  <a:lnTo>
                    <a:pt x="9525" y="2264460"/>
                  </a:lnTo>
                  <a:close/>
                </a:path>
                <a:path w="4410075" h="2695575">
                  <a:moveTo>
                    <a:pt x="9525" y="2208047"/>
                  </a:moveTo>
                  <a:lnTo>
                    <a:pt x="0" y="2208047"/>
                  </a:lnTo>
                  <a:lnTo>
                    <a:pt x="0" y="2236254"/>
                  </a:lnTo>
                  <a:lnTo>
                    <a:pt x="9525" y="2236254"/>
                  </a:lnTo>
                  <a:lnTo>
                    <a:pt x="9525" y="2208047"/>
                  </a:lnTo>
                  <a:close/>
                </a:path>
                <a:path w="4410075" h="2695575">
                  <a:moveTo>
                    <a:pt x="9525" y="2151634"/>
                  </a:moveTo>
                  <a:lnTo>
                    <a:pt x="0" y="2151634"/>
                  </a:lnTo>
                  <a:lnTo>
                    <a:pt x="0" y="2179840"/>
                  </a:lnTo>
                  <a:lnTo>
                    <a:pt x="9525" y="2179840"/>
                  </a:lnTo>
                  <a:lnTo>
                    <a:pt x="9525" y="2151634"/>
                  </a:lnTo>
                  <a:close/>
                </a:path>
                <a:path w="4410075" h="2695575">
                  <a:moveTo>
                    <a:pt x="9525" y="2095233"/>
                  </a:moveTo>
                  <a:lnTo>
                    <a:pt x="0" y="2095233"/>
                  </a:lnTo>
                  <a:lnTo>
                    <a:pt x="0" y="2123427"/>
                  </a:lnTo>
                  <a:lnTo>
                    <a:pt x="9525" y="2123427"/>
                  </a:lnTo>
                  <a:lnTo>
                    <a:pt x="9525" y="2095233"/>
                  </a:lnTo>
                  <a:close/>
                </a:path>
                <a:path w="4410075" h="2695575">
                  <a:moveTo>
                    <a:pt x="9525" y="2038819"/>
                  </a:moveTo>
                  <a:lnTo>
                    <a:pt x="0" y="2038819"/>
                  </a:lnTo>
                  <a:lnTo>
                    <a:pt x="0" y="2067026"/>
                  </a:lnTo>
                  <a:lnTo>
                    <a:pt x="9525" y="2067026"/>
                  </a:lnTo>
                  <a:lnTo>
                    <a:pt x="9525" y="2038819"/>
                  </a:lnTo>
                  <a:close/>
                </a:path>
                <a:path w="4410075" h="2695575">
                  <a:moveTo>
                    <a:pt x="9525" y="1982406"/>
                  </a:moveTo>
                  <a:lnTo>
                    <a:pt x="0" y="1982406"/>
                  </a:lnTo>
                  <a:lnTo>
                    <a:pt x="0" y="2010613"/>
                  </a:lnTo>
                  <a:lnTo>
                    <a:pt x="9525" y="2010613"/>
                  </a:lnTo>
                  <a:lnTo>
                    <a:pt x="9525" y="1982406"/>
                  </a:lnTo>
                  <a:close/>
                </a:path>
                <a:path w="4410075" h="2695575">
                  <a:moveTo>
                    <a:pt x="9525" y="1925993"/>
                  </a:moveTo>
                  <a:lnTo>
                    <a:pt x="0" y="1925993"/>
                  </a:lnTo>
                  <a:lnTo>
                    <a:pt x="0" y="1954199"/>
                  </a:lnTo>
                  <a:lnTo>
                    <a:pt x="9525" y="1954199"/>
                  </a:lnTo>
                  <a:lnTo>
                    <a:pt x="9525" y="1925993"/>
                  </a:lnTo>
                  <a:close/>
                </a:path>
                <a:path w="4410075" h="2695575">
                  <a:moveTo>
                    <a:pt x="9525" y="1869579"/>
                  </a:moveTo>
                  <a:lnTo>
                    <a:pt x="0" y="1869579"/>
                  </a:lnTo>
                  <a:lnTo>
                    <a:pt x="0" y="1897786"/>
                  </a:lnTo>
                  <a:lnTo>
                    <a:pt x="9525" y="1897786"/>
                  </a:lnTo>
                  <a:lnTo>
                    <a:pt x="9525" y="1869579"/>
                  </a:lnTo>
                  <a:close/>
                </a:path>
                <a:path w="4410075" h="2695575">
                  <a:moveTo>
                    <a:pt x="9525" y="1813179"/>
                  </a:moveTo>
                  <a:lnTo>
                    <a:pt x="0" y="1813179"/>
                  </a:lnTo>
                  <a:lnTo>
                    <a:pt x="0" y="1841385"/>
                  </a:lnTo>
                  <a:lnTo>
                    <a:pt x="9525" y="1841385"/>
                  </a:lnTo>
                  <a:lnTo>
                    <a:pt x="9525" y="1813179"/>
                  </a:lnTo>
                  <a:close/>
                </a:path>
                <a:path w="4410075" h="2695575">
                  <a:moveTo>
                    <a:pt x="9525" y="1756765"/>
                  </a:moveTo>
                  <a:lnTo>
                    <a:pt x="0" y="1756765"/>
                  </a:lnTo>
                  <a:lnTo>
                    <a:pt x="0" y="1784972"/>
                  </a:lnTo>
                  <a:lnTo>
                    <a:pt x="9525" y="1784972"/>
                  </a:lnTo>
                  <a:lnTo>
                    <a:pt x="9525" y="1756765"/>
                  </a:lnTo>
                  <a:close/>
                </a:path>
                <a:path w="4410075" h="2695575">
                  <a:moveTo>
                    <a:pt x="9525" y="1700352"/>
                  </a:moveTo>
                  <a:lnTo>
                    <a:pt x="0" y="1700352"/>
                  </a:lnTo>
                  <a:lnTo>
                    <a:pt x="0" y="1728558"/>
                  </a:lnTo>
                  <a:lnTo>
                    <a:pt x="9525" y="1728558"/>
                  </a:lnTo>
                  <a:lnTo>
                    <a:pt x="9525" y="1700352"/>
                  </a:lnTo>
                  <a:close/>
                </a:path>
                <a:path w="4410075" h="2695575">
                  <a:moveTo>
                    <a:pt x="9525" y="1643938"/>
                  </a:moveTo>
                  <a:lnTo>
                    <a:pt x="0" y="1643938"/>
                  </a:lnTo>
                  <a:lnTo>
                    <a:pt x="0" y="1672145"/>
                  </a:lnTo>
                  <a:lnTo>
                    <a:pt x="9525" y="1672145"/>
                  </a:lnTo>
                  <a:lnTo>
                    <a:pt x="9525" y="1643938"/>
                  </a:lnTo>
                  <a:close/>
                </a:path>
                <a:path w="4410075" h="2695575">
                  <a:moveTo>
                    <a:pt x="9525" y="1587538"/>
                  </a:moveTo>
                  <a:lnTo>
                    <a:pt x="0" y="1587538"/>
                  </a:lnTo>
                  <a:lnTo>
                    <a:pt x="0" y="1615732"/>
                  </a:lnTo>
                  <a:lnTo>
                    <a:pt x="9525" y="1615732"/>
                  </a:lnTo>
                  <a:lnTo>
                    <a:pt x="9525" y="1587538"/>
                  </a:lnTo>
                  <a:close/>
                </a:path>
                <a:path w="4410075" h="2695575">
                  <a:moveTo>
                    <a:pt x="9525" y="1531124"/>
                  </a:moveTo>
                  <a:lnTo>
                    <a:pt x="0" y="1531124"/>
                  </a:lnTo>
                  <a:lnTo>
                    <a:pt x="0" y="1559331"/>
                  </a:lnTo>
                  <a:lnTo>
                    <a:pt x="9525" y="1559331"/>
                  </a:lnTo>
                  <a:lnTo>
                    <a:pt x="9525" y="1531124"/>
                  </a:lnTo>
                  <a:close/>
                </a:path>
                <a:path w="4410075" h="2695575">
                  <a:moveTo>
                    <a:pt x="9525" y="1474711"/>
                  </a:moveTo>
                  <a:lnTo>
                    <a:pt x="0" y="1474711"/>
                  </a:lnTo>
                  <a:lnTo>
                    <a:pt x="0" y="1502918"/>
                  </a:lnTo>
                  <a:lnTo>
                    <a:pt x="9525" y="1502918"/>
                  </a:lnTo>
                  <a:lnTo>
                    <a:pt x="9525" y="1474711"/>
                  </a:lnTo>
                  <a:close/>
                </a:path>
                <a:path w="4410075" h="2695575">
                  <a:moveTo>
                    <a:pt x="9525" y="1418297"/>
                  </a:moveTo>
                  <a:lnTo>
                    <a:pt x="0" y="1418297"/>
                  </a:lnTo>
                  <a:lnTo>
                    <a:pt x="0" y="1446504"/>
                  </a:lnTo>
                  <a:lnTo>
                    <a:pt x="9525" y="1446504"/>
                  </a:lnTo>
                  <a:lnTo>
                    <a:pt x="9525" y="1418297"/>
                  </a:lnTo>
                  <a:close/>
                </a:path>
                <a:path w="4410075" h="2695575">
                  <a:moveTo>
                    <a:pt x="9525" y="1361884"/>
                  </a:moveTo>
                  <a:lnTo>
                    <a:pt x="0" y="1361884"/>
                  </a:lnTo>
                  <a:lnTo>
                    <a:pt x="0" y="1390091"/>
                  </a:lnTo>
                  <a:lnTo>
                    <a:pt x="9525" y="1390091"/>
                  </a:lnTo>
                  <a:lnTo>
                    <a:pt x="9525" y="1361884"/>
                  </a:lnTo>
                  <a:close/>
                </a:path>
                <a:path w="4410075" h="2695575">
                  <a:moveTo>
                    <a:pt x="9525" y="1305483"/>
                  </a:moveTo>
                  <a:lnTo>
                    <a:pt x="0" y="1305483"/>
                  </a:lnTo>
                  <a:lnTo>
                    <a:pt x="0" y="1333690"/>
                  </a:lnTo>
                  <a:lnTo>
                    <a:pt x="9525" y="1333690"/>
                  </a:lnTo>
                  <a:lnTo>
                    <a:pt x="9525" y="1305483"/>
                  </a:lnTo>
                  <a:close/>
                </a:path>
                <a:path w="4410075" h="2695575">
                  <a:moveTo>
                    <a:pt x="9525" y="1249070"/>
                  </a:moveTo>
                  <a:lnTo>
                    <a:pt x="0" y="1249070"/>
                  </a:lnTo>
                  <a:lnTo>
                    <a:pt x="0" y="1277277"/>
                  </a:lnTo>
                  <a:lnTo>
                    <a:pt x="9525" y="1277277"/>
                  </a:lnTo>
                  <a:lnTo>
                    <a:pt x="9525" y="1249070"/>
                  </a:lnTo>
                  <a:close/>
                </a:path>
                <a:path w="4410075" h="2695575">
                  <a:moveTo>
                    <a:pt x="9525" y="1192657"/>
                  </a:moveTo>
                  <a:lnTo>
                    <a:pt x="0" y="1192657"/>
                  </a:lnTo>
                  <a:lnTo>
                    <a:pt x="0" y="1220863"/>
                  </a:lnTo>
                  <a:lnTo>
                    <a:pt x="9525" y="1220863"/>
                  </a:lnTo>
                  <a:lnTo>
                    <a:pt x="9525" y="1192657"/>
                  </a:lnTo>
                  <a:close/>
                </a:path>
                <a:path w="4410075" h="2695575">
                  <a:moveTo>
                    <a:pt x="9525" y="1136243"/>
                  </a:moveTo>
                  <a:lnTo>
                    <a:pt x="0" y="1136243"/>
                  </a:lnTo>
                  <a:lnTo>
                    <a:pt x="0" y="1164450"/>
                  </a:lnTo>
                  <a:lnTo>
                    <a:pt x="9525" y="1164450"/>
                  </a:lnTo>
                  <a:lnTo>
                    <a:pt x="9525" y="1136243"/>
                  </a:lnTo>
                  <a:close/>
                </a:path>
                <a:path w="4410075" h="2695575">
                  <a:moveTo>
                    <a:pt x="9525" y="1079830"/>
                  </a:moveTo>
                  <a:lnTo>
                    <a:pt x="0" y="1079830"/>
                  </a:lnTo>
                  <a:lnTo>
                    <a:pt x="0" y="1108036"/>
                  </a:lnTo>
                  <a:lnTo>
                    <a:pt x="9525" y="1108036"/>
                  </a:lnTo>
                  <a:lnTo>
                    <a:pt x="9525" y="1079830"/>
                  </a:lnTo>
                  <a:close/>
                </a:path>
                <a:path w="4410075" h="2695575">
                  <a:moveTo>
                    <a:pt x="9525" y="1023429"/>
                  </a:moveTo>
                  <a:lnTo>
                    <a:pt x="0" y="1023429"/>
                  </a:lnTo>
                  <a:lnTo>
                    <a:pt x="0" y="1051636"/>
                  </a:lnTo>
                  <a:lnTo>
                    <a:pt x="9525" y="1051636"/>
                  </a:lnTo>
                  <a:lnTo>
                    <a:pt x="9525" y="1023429"/>
                  </a:lnTo>
                  <a:close/>
                </a:path>
                <a:path w="4410075" h="2695575">
                  <a:moveTo>
                    <a:pt x="9525" y="967016"/>
                  </a:moveTo>
                  <a:lnTo>
                    <a:pt x="0" y="967016"/>
                  </a:lnTo>
                  <a:lnTo>
                    <a:pt x="0" y="995222"/>
                  </a:lnTo>
                  <a:lnTo>
                    <a:pt x="9525" y="995222"/>
                  </a:lnTo>
                  <a:lnTo>
                    <a:pt x="9525" y="967016"/>
                  </a:lnTo>
                  <a:close/>
                </a:path>
                <a:path w="4410075" h="2695575">
                  <a:moveTo>
                    <a:pt x="9525" y="910602"/>
                  </a:moveTo>
                  <a:lnTo>
                    <a:pt x="0" y="910602"/>
                  </a:lnTo>
                  <a:lnTo>
                    <a:pt x="0" y="938809"/>
                  </a:lnTo>
                  <a:lnTo>
                    <a:pt x="9525" y="938809"/>
                  </a:lnTo>
                  <a:lnTo>
                    <a:pt x="9525" y="910602"/>
                  </a:lnTo>
                  <a:close/>
                </a:path>
                <a:path w="4410075" h="2695575">
                  <a:moveTo>
                    <a:pt x="9525" y="854189"/>
                  </a:moveTo>
                  <a:lnTo>
                    <a:pt x="0" y="854189"/>
                  </a:lnTo>
                  <a:lnTo>
                    <a:pt x="0" y="882396"/>
                  </a:lnTo>
                  <a:lnTo>
                    <a:pt x="9525" y="882396"/>
                  </a:lnTo>
                  <a:lnTo>
                    <a:pt x="9525" y="854189"/>
                  </a:lnTo>
                  <a:close/>
                </a:path>
                <a:path w="4410075" h="2695575">
                  <a:moveTo>
                    <a:pt x="9525" y="797788"/>
                  </a:moveTo>
                  <a:lnTo>
                    <a:pt x="0" y="797788"/>
                  </a:lnTo>
                  <a:lnTo>
                    <a:pt x="0" y="825982"/>
                  </a:lnTo>
                  <a:lnTo>
                    <a:pt x="9525" y="825982"/>
                  </a:lnTo>
                  <a:lnTo>
                    <a:pt x="9525" y="797788"/>
                  </a:lnTo>
                  <a:close/>
                </a:path>
                <a:path w="4410075" h="2695575">
                  <a:moveTo>
                    <a:pt x="9525" y="741375"/>
                  </a:moveTo>
                  <a:lnTo>
                    <a:pt x="0" y="741375"/>
                  </a:lnTo>
                  <a:lnTo>
                    <a:pt x="0" y="769581"/>
                  </a:lnTo>
                  <a:lnTo>
                    <a:pt x="9525" y="769581"/>
                  </a:lnTo>
                  <a:lnTo>
                    <a:pt x="9525" y="741375"/>
                  </a:lnTo>
                  <a:close/>
                </a:path>
                <a:path w="4410075" h="2695575">
                  <a:moveTo>
                    <a:pt x="9525" y="684961"/>
                  </a:moveTo>
                  <a:lnTo>
                    <a:pt x="0" y="684961"/>
                  </a:lnTo>
                  <a:lnTo>
                    <a:pt x="0" y="713168"/>
                  </a:lnTo>
                  <a:lnTo>
                    <a:pt x="9525" y="713168"/>
                  </a:lnTo>
                  <a:lnTo>
                    <a:pt x="9525" y="684961"/>
                  </a:lnTo>
                  <a:close/>
                </a:path>
                <a:path w="4410075" h="2695575">
                  <a:moveTo>
                    <a:pt x="9525" y="628548"/>
                  </a:moveTo>
                  <a:lnTo>
                    <a:pt x="0" y="628548"/>
                  </a:lnTo>
                  <a:lnTo>
                    <a:pt x="0" y="656755"/>
                  </a:lnTo>
                  <a:lnTo>
                    <a:pt x="9525" y="656755"/>
                  </a:lnTo>
                  <a:lnTo>
                    <a:pt x="9525" y="628548"/>
                  </a:lnTo>
                  <a:close/>
                </a:path>
                <a:path w="4410075" h="2695575">
                  <a:moveTo>
                    <a:pt x="9525" y="572135"/>
                  </a:moveTo>
                  <a:lnTo>
                    <a:pt x="0" y="572135"/>
                  </a:lnTo>
                  <a:lnTo>
                    <a:pt x="0" y="600341"/>
                  </a:lnTo>
                  <a:lnTo>
                    <a:pt x="9525" y="600341"/>
                  </a:lnTo>
                  <a:lnTo>
                    <a:pt x="9525" y="572135"/>
                  </a:lnTo>
                  <a:close/>
                </a:path>
                <a:path w="4410075" h="2695575">
                  <a:moveTo>
                    <a:pt x="9525" y="515734"/>
                  </a:moveTo>
                  <a:lnTo>
                    <a:pt x="0" y="515734"/>
                  </a:lnTo>
                  <a:lnTo>
                    <a:pt x="0" y="543941"/>
                  </a:lnTo>
                  <a:lnTo>
                    <a:pt x="9525" y="543941"/>
                  </a:lnTo>
                  <a:lnTo>
                    <a:pt x="9525" y="515734"/>
                  </a:lnTo>
                  <a:close/>
                </a:path>
                <a:path w="4410075" h="2695575">
                  <a:moveTo>
                    <a:pt x="9525" y="459320"/>
                  </a:moveTo>
                  <a:lnTo>
                    <a:pt x="0" y="459320"/>
                  </a:lnTo>
                  <a:lnTo>
                    <a:pt x="0" y="487527"/>
                  </a:lnTo>
                  <a:lnTo>
                    <a:pt x="9525" y="487527"/>
                  </a:lnTo>
                  <a:lnTo>
                    <a:pt x="9525" y="459320"/>
                  </a:lnTo>
                  <a:close/>
                </a:path>
                <a:path w="4410075" h="2695575">
                  <a:moveTo>
                    <a:pt x="9525" y="402907"/>
                  </a:moveTo>
                  <a:lnTo>
                    <a:pt x="0" y="402907"/>
                  </a:lnTo>
                  <a:lnTo>
                    <a:pt x="0" y="431114"/>
                  </a:lnTo>
                  <a:lnTo>
                    <a:pt x="9525" y="431114"/>
                  </a:lnTo>
                  <a:lnTo>
                    <a:pt x="9525" y="402907"/>
                  </a:lnTo>
                  <a:close/>
                </a:path>
                <a:path w="4410075" h="2695575">
                  <a:moveTo>
                    <a:pt x="9525" y="346494"/>
                  </a:moveTo>
                  <a:lnTo>
                    <a:pt x="0" y="346494"/>
                  </a:lnTo>
                  <a:lnTo>
                    <a:pt x="0" y="374700"/>
                  </a:lnTo>
                  <a:lnTo>
                    <a:pt x="9525" y="374700"/>
                  </a:lnTo>
                  <a:lnTo>
                    <a:pt x="9525" y="346494"/>
                  </a:lnTo>
                  <a:close/>
                </a:path>
                <a:path w="4410075" h="2695575">
                  <a:moveTo>
                    <a:pt x="9525" y="290093"/>
                  </a:moveTo>
                  <a:lnTo>
                    <a:pt x="0" y="290093"/>
                  </a:lnTo>
                  <a:lnTo>
                    <a:pt x="0" y="318287"/>
                  </a:lnTo>
                  <a:lnTo>
                    <a:pt x="9525" y="318287"/>
                  </a:lnTo>
                  <a:lnTo>
                    <a:pt x="9525" y="290093"/>
                  </a:lnTo>
                  <a:close/>
                </a:path>
                <a:path w="4410075" h="2695575">
                  <a:moveTo>
                    <a:pt x="9525" y="233680"/>
                  </a:moveTo>
                  <a:lnTo>
                    <a:pt x="0" y="233680"/>
                  </a:lnTo>
                  <a:lnTo>
                    <a:pt x="0" y="261886"/>
                  </a:lnTo>
                  <a:lnTo>
                    <a:pt x="9525" y="261886"/>
                  </a:lnTo>
                  <a:lnTo>
                    <a:pt x="9525" y="233680"/>
                  </a:lnTo>
                  <a:close/>
                </a:path>
                <a:path w="4410075" h="2695575">
                  <a:moveTo>
                    <a:pt x="9525" y="177266"/>
                  </a:moveTo>
                  <a:lnTo>
                    <a:pt x="0" y="177266"/>
                  </a:lnTo>
                  <a:lnTo>
                    <a:pt x="0" y="205473"/>
                  </a:lnTo>
                  <a:lnTo>
                    <a:pt x="9525" y="205473"/>
                  </a:lnTo>
                  <a:lnTo>
                    <a:pt x="9525" y="177266"/>
                  </a:lnTo>
                  <a:close/>
                </a:path>
                <a:path w="4410075" h="2695575">
                  <a:moveTo>
                    <a:pt x="9525" y="120853"/>
                  </a:moveTo>
                  <a:lnTo>
                    <a:pt x="0" y="120853"/>
                  </a:lnTo>
                  <a:lnTo>
                    <a:pt x="0" y="149059"/>
                  </a:lnTo>
                  <a:lnTo>
                    <a:pt x="9525" y="149059"/>
                  </a:lnTo>
                  <a:lnTo>
                    <a:pt x="9525" y="120853"/>
                  </a:lnTo>
                  <a:close/>
                </a:path>
                <a:path w="4410075" h="2695575">
                  <a:moveTo>
                    <a:pt x="13474" y="2629293"/>
                  </a:moveTo>
                  <a:lnTo>
                    <a:pt x="9525" y="2609850"/>
                  </a:lnTo>
                  <a:lnTo>
                    <a:pt x="9525" y="2602928"/>
                  </a:lnTo>
                  <a:lnTo>
                    <a:pt x="0" y="2602928"/>
                  </a:lnTo>
                  <a:lnTo>
                    <a:pt x="0" y="2609850"/>
                  </a:lnTo>
                  <a:lnTo>
                    <a:pt x="4445" y="2631719"/>
                  </a:lnTo>
                  <a:lnTo>
                    <a:pt x="13474" y="2629293"/>
                  </a:lnTo>
                  <a:close/>
                </a:path>
                <a:path w="4410075" h="2695575">
                  <a:moveTo>
                    <a:pt x="13474" y="66281"/>
                  </a:moveTo>
                  <a:lnTo>
                    <a:pt x="4445" y="63855"/>
                  </a:lnTo>
                  <a:lnTo>
                    <a:pt x="0" y="85725"/>
                  </a:lnTo>
                  <a:lnTo>
                    <a:pt x="0" y="92646"/>
                  </a:lnTo>
                  <a:lnTo>
                    <a:pt x="9525" y="92646"/>
                  </a:lnTo>
                  <a:lnTo>
                    <a:pt x="9525" y="85725"/>
                  </a:lnTo>
                  <a:lnTo>
                    <a:pt x="13474" y="66281"/>
                  </a:lnTo>
                  <a:close/>
                </a:path>
                <a:path w="4410075" h="2695575">
                  <a:moveTo>
                    <a:pt x="31902" y="31902"/>
                  </a:moveTo>
                  <a:lnTo>
                    <a:pt x="25171" y="25184"/>
                  </a:lnTo>
                  <a:lnTo>
                    <a:pt x="16865" y="37477"/>
                  </a:lnTo>
                  <a:lnTo>
                    <a:pt x="24523" y="42837"/>
                  </a:lnTo>
                  <a:lnTo>
                    <a:pt x="31902" y="31902"/>
                  </a:lnTo>
                  <a:close/>
                </a:path>
                <a:path w="4410075" h="2695575">
                  <a:moveTo>
                    <a:pt x="42862" y="24384"/>
                  </a:moveTo>
                  <a:lnTo>
                    <a:pt x="37541" y="16764"/>
                  </a:lnTo>
                  <a:lnTo>
                    <a:pt x="25171" y="25146"/>
                  </a:lnTo>
                  <a:lnTo>
                    <a:pt x="31902" y="31877"/>
                  </a:lnTo>
                  <a:lnTo>
                    <a:pt x="41770" y="25146"/>
                  </a:lnTo>
                  <a:lnTo>
                    <a:pt x="42862" y="24384"/>
                  </a:lnTo>
                  <a:close/>
                </a:path>
                <a:path w="4410075" h="2695575">
                  <a:moveTo>
                    <a:pt x="42875" y="2671051"/>
                  </a:moveTo>
                  <a:lnTo>
                    <a:pt x="31915" y="2663571"/>
                  </a:lnTo>
                  <a:lnTo>
                    <a:pt x="24523" y="2652738"/>
                  </a:lnTo>
                  <a:lnTo>
                    <a:pt x="16865" y="2658097"/>
                  </a:lnTo>
                  <a:lnTo>
                    <a:pt x="25171" y="2670391"/>
                  </a:lnTo>
                  <a:lnTo>
                    <a:pt x="37541" y="2678684"/>
                  </a:lnTo>
                  <a:lnTo>
                    <a:pt x="42875" y="2671051"/>
                  </a:lnTo>
                  <a:close/>
                </a:path>
                <a:path w="4410075" h="2695575">
                  <a:moveTo>
                    <a:pt x="93002" y="2686050"/>
                  </a:moveTo>
                  <a:lnTo>
                    <a:pt x="85725" y="2686050"/>
                  </a:lnTo>
                  <a:lnTo>
                    <a:pt x="66471" y="2682113"/>
                  </a:lnTo>
                  <a:lnTo>
                    <a:pt x="64071" y="2691130"/>
                  </a:lnTo>
                  <a:lnTo>
                    <a:pt x="85725" y="2695575"/>
                  </a:lnTo>
                  <a:lnTo>
                    <a:pt x="93002" y="2695575"/>
                  </a:lnTo>
                  <a:lnTo>
                    <a:pt x="93002" y="2686050"/>
                  </a:lnTo>
                  <a:close/>
                </a:path>
                <a:path w="4410075" h="2695575">
                  <a:moveTo>
                    <a:pt x="93002" y="0"/>
                  </a:moveTo>
                  <a:lnTo>
                    <a:pt x="85725" y="0"/>
                  </a:lnTo>
                  <a:lnTo>
                    <a:pt x="64071" y="4318"/>
                  </a:lnTo>
                  <a:lnTo>
                    <a:pt x="66471" y="13335"/>
                  </a:lnTo>
                  <a:lnTo>
                    <a:pt x="85725" y="9525"/>
                  </a:lnTo>
                  <a:lnTo>
                    <a:pt x="93002" y="9525"/>
                  </a:lnTo>
                  <a:lnTo>
                    <a:pt x="93002" y="0"/>
                  </a:lnTo>
                  <a:close/>
                </a:path>
                <a:path w="4410075" h="2695575">
                  <a:moveTo>
                    <a:pt x="149707" y="2686050"/>
                  </a:moveTo>
                  <a:lnTo>
                    <a:pt x="121348" y="2686050"/>
                  </a:lnTo>
                  <a:lnTo>
                    <a:pt x="121348" y="2695575"/>
                  </a:lnTo>
                  <a:lnTo>
                    <a:pt x="149707" y="2695575"/>
                  </a:lnTo>
                  <a:lnTo>
                    <a:pt x="149707" y="2686050"/>
                  </a:lnTo>
                  <a:close/>
                </a:path>
                <a:path w="4410075" h="2695575">
                  <a:moveTo>
                    <a:pt x="149707" y="0"/>
                  </a:moveTo>
                  <a:lnTo>
                    <a:pt x="121348" y="0"/>
                  </a:lnTo>
                  <a:lnTo>
                    <a:pt x="121348" y="9525"/>
                  </a:lnTo>
                  <a:lnTo>
                    <a:pt x="149707" y="9525"/>
                  </a:lnTo>
                  <a:lnTo>
                    <a:pt x="149707" y="0"/>
                  </a:lnTo>
                  <a:close/>
                </a:path>
                <a:path w="4410075" h="2695575">
                  <a:moveTo>
                    <a:pt x="206400" y="2686050"/>
                  </a:moveTo>
                  <a:lnTo>
                    <a:pt x="178054" y="2686050"/>
                  </a:lnTo>
                  <a:lnTo>
                    <a:pt x="178054" y="2695575"/>
                  </a:lnTo>
                  <a:lnTo>
                    <a:pt x="206400" y="2695575"/>
                  </a:lnTo>
                  <a:lnTo>
                    <a:pt x="206400" y="2686050"/>
                  </a:lnTo>
                  <a:close/>
                </a:path>
                <a:path w="4410075" h="2695575">
                  <a:moveTo>
                    <a:pt x="206400" y="0"/>
                  </a:moveTo>
                  <a:lnTo>
                    <a:pt x="178054" y="0"/>
                  </a:lnTo>
                  <a:lnTo>
                    <a:pt x="178054" y="9525"/>
                  </a:lnTo>
                  <a:lnTo>
                    <a:pt x="206400" y="9525"/>
                  </a:lnTo>
                  <a:lnTo>
                    <a:pt x="206400" y="0"/>
                  </a:lnTo>
                  <a:close/>
                </a:path>
                <a:path w="4410075" h="2695575">
                  <a:moveTo>
                    <a:pt x="263093" y="2686050"/>
                  </a:moveTo>
                  <a:lnTo>
                    <a:pt x="234746" y="2686050"/>
                  </a:lnTo>
                  <a:lnTo>
                    <a:pt x="234746" y="2695575"/>
                  </a:lnTo>
                  <a:lnTo>
                    <a:pt x="263093" y="2695575"/>
                  </a:lnTo>
                  <a:lnTo>
                    <a:pt x="263093" y="2686050"/>
                  </a:lnTo>
                  <a:close/>
                </a:path>
                <a:path w="4410075" h="2695575">
                  <a:moveTo>
                    <a:pt x="263093" y="0"/>
                  </a:moveTo>
                  <a:lnTo>
                    <a:pt x="234746" y="0"/>
                  </a:lnTo>
                  <a:lnTo>
                    <a:pt x="234746" y="9525"/>
                  </a:lnTo>
                  <a:lnTo>
                    <a:pt x="263093" y="9525"/>
                  </a:lnTo>
                  <a:lnTo>
                    <a:pt x="263093" y="0"/>
                  </a:lnTo>
                  <a:close/>
                </a:path>
                <a:path w="4410075" h="2695575">
                  <a:moveTo>
                    <a:pt x="319798" y="2686050"/>
                  </a:moveTo>
                  <a:lnTo>
                    <a:pt x="291452" y="2686050"/>
                  </a:lnTo>
                  <a:lnTo>
                    <a:pt x="291452" y="2695575"/>
                  </a:lnTo>
                  <a:lnTo>
                    <a:pt x="319798" y="2695575"/>
                  </a:lnTo>
                  <a:lnTo>
                    <a:pt x="319798" y="2686050"/>
                  </a:lnTo>
                  <a:close/>
                </a:path>
                <a:path w="4410075" h="2695575">
                  <a:moveTo>
                    <a:pt x="319798" y="0"/>
                  </a:moveTo>
                  <a:lnTo>
                    <a:pt x="291452" y="0"/>
                  </a:lnTo>
                  <a:lnTo>
                    <a:pt x="291452" y="9525"/>
                  </a:lnTo>
                  <a:lnTo>
                    <a:pt x="319798" y="9525"/>
                  </a:lnTo>
                  <a:lnTo>
                    <a:pt x="319798" y="0"/>
                  </a:lnTo>
                  <a:close/>
                </a:path>
                <a:path w="4410075" h="2695575">
                  <a:moveTo>
                    <a:pt x="376491" y="2686050"/>
                  </a:moveTo>
                  <a:lnTo>
                    <a:pt x="348145" y="2686050"/>
                  </a:lnTo>
                  <a:lnTo>
                    <a:pt x="348145" y="2695575"/>
                  </a:lnTo>
                  <a:lnTo>
                    <a:pt x="376491" y="2695575"/>
                  </a:lnTo>
                  <a:lnTo>
                    <a:pt x="376491" y="2686050"/>
                  </a:lnTo>
                  <a:close/>
                </a:path>
                <a:path w="4410075" h="2695575">
                  <a:moveTo>
                    <a:pt x="376491" y="0"/>
                  </a:moveTo>
                  <a:lnTo>
                    <a:pt x="348145" y="0"/>
                  </a:lnTo>
                  <a:lnTo>
                    <a:pt x="348145" y="9525"/>
                  </a:lnTo>
                  <a:lnTo>
                    <a:pt x="376491" y="9525"/>
                  </a:lnTo>
                  <a:lnTo>
                    <a:pt x="376491" y="0"/>
                  </a:lnTo>
                  <a:close/>
                </a:path>
                <a:path w="4410075" h="2695575">
                  <a:moveTo>
                    <a:pt x="433184" y="2686050"/>
                  </a:moveTo>
                  <a:lnTo>
                    <a:pt x="404837" y="2686050"/>
                  </a:lnTo>
                  <a:lnTo>
                    <a:pt x="404837" y="2695575"/>
                  </a:lnTo>
                  <a:lnTo>
                    <a:pt x="433184" y="2695575"/>
                  </a:lnTo>
                  <a:lnTo>
                    <a:pt x="433184" y="2686050"/>
                  </a:lnTo>
                  <a:close/>
                </a:path>
                <a:path w="4410075" h="2695575">
                  <a:moveTo>
                    <a:pt x="433184" y="0"/>
                  </a:moveTo>
                  <a:lnTo>
                    <a:pt x="404837" y="0"/>
                  </a:lnTo>
                  <a:lnTo>
                    <a:pt x="404837" y="9525"/>
                  </a:lnTo>
                  <a:lnTo>
                    <a:pt x="433184" y="9525"/>
                  </a:lnTo>
                  <a:lnTo>
                    <a:pt x="433184" y="0"/>
                  </a:lnTo>
                  <a:close/>
                </a:path>
                <a:path w="4410075" h="2695575">
                  <a:moveTo>
                    <a:pt x="489889" y="2686050"/>
                  </a:moveTo>
                  <a:lnTo>
                    <a:pt x="461543" y="2686050"/>
                  </a:lnTo>
                  <a:lnTo>
                    <a:pt x="461543" y="2695575"/>
                  </a:lnTo>
                  <a:lnTo>
                    <a:pt x="489889" y="2695575"/>
                  </a:lnTo>
                  <a:lnTo>
                    <a:pt x="489889" y="2686050"/>
                  </a:lnTo>
                  <a:close/>
                </a:path>
                <a:path w="4410075" h="2695575">
                  <a:moveTo>
                    <a:pt x="489889" y="0"/>
                  </a:moveTo>
                  <a:lnTo>
                    <a:pt x="461543" y="0"/>
                  </a:lnTo>
                  <a:lnTo>
                    <a:pt x="461543" y="9525"/>
                  </a:lnTo>
                  <a:lnTo>
                    <a:pt x="489889" y="9525"/>
                  </a:lnTo>
                  <a:lnTo>
                    <a:pt x="489889" y="0"/>
                  </a:lnTo>
                  <a:close/>
                </a:path>
                <a:path w="4410075" h="2695575">
                  <a:moveTo>
                    <a:pt x="546582" y="2686050"/>
                  </a:moveTo>
                  <a:lnTo>
                    <a:pt x="518236" y="2686050"/>
                  </a:lnTo>
                  <a:lnTo>
                    <a:pt x="518236" y="2695575"/>
                  </a:lnTo>
                  <a:lnTo>
                    <a:pt x="546582" y="2695575"/>
                  </a:lnTo>
                  <a:lnTo>
                    <a:pt x="546582" y="2686050"/>
                  </a:lnTo>
                  <a:close/>
                </a:path>
                <a:path w="4410075" h="2695575">
                  <a:moveTo>
                    <a:pt x="546582" y="0"/>
                  </a:moveTo>
                  <a:lnTo>
                    <a:pt x="518236" y="0"/>
                  </a:lnTo>
                  <a:lnTo>
                    <a:pt x="518236" y="9525"/>
                  </a:lnTo>
                  <a:lnTo>
                    <a:pt x="546582" y="9525"/>
                  </a:lnTo>
                  <a:lnTo>
                    <a:pt x="546582" y="0"/>
                  </a:lnTo>
                  <a:close/>
                </a:path>
                <a:path w="4410075" h="2695575">
                  <a:moveTo>
                    <a:pt x="603288" y="2686050"/>
                  </a:moveTo>
                  <a:lnTo>
                    <a:pt x="574929" y="2686050"/>
                  </a:lnTo>
                  <a:lnTo>
                    <a:pt x="574929" y="2695575"/>
                  </a:lnTo>
                  <a:lnTo>
                    <a:pt x="603288" y="2695575"/>
                  </a:lnTo>
                  <a:lnTo>
                    <a:pt x="603288" y="2686050"/>
                  </a:lnTo>
                  <a:close/>
                </a:path>
                <a:path w="4410075" h="2695575">
                  <a:moveTo>
                    <a:pt x="603288" y="0"/>
                  </a:moveTo>
                  <a:lnTo>
                    <a:pt x="574929" y="0"/>
                  </a:lnTo>
                  <a:lnTo>
                    <a:pt x="574929" y="9525"/>
                  </a:lnTo>
                  <a:lnTo>
                    <a:pt x="603288" y="9525"/>
                  </a:lnTo>
                  <a:lnTo>
                    <a:pt x="603288" y="0"/>
                  </a:lnTo>
                  <a:close/>
                </a:path>
                <a:path w="4410075" h="2695575">
                  <a:moveTo>
                    <a:pt x="659980" y="2686050"/>
                  </a:moveTo>
                  <a:lnTo>
                    <a:pt x="631634" y="2686050"/>
                  </a:lnTo>
                  <a:lnTo>
                    <a:pt x="631634" y="2695575"/>
                  </a:lnTo>
                  <a:lnTo>
                    <a:pt x="659980" y="2695575"/>
                  </a:lnTo>
                  <a:lnTo>
                    <a:pt x="659980" y="2686050"/>
                  </a:lnTo>
                  <a:close/>
                </a:path>
                <a:path w="4410075" h="2695575">
                  <a:moveTo>
                    <a:pt x="659980" y="0"/>
                  </a:moveTo>
                  <a:lnTo>
                    <a:pt x="631634" y="0"/>
                  </a:lnTo>
                  <a:lnTo>
                    <a:pt x="631634" y="9525"/>
                  </a:lnTo>
                  <a:lnTo>
                    <a:pt x="659980" y="9525"/>
                  </a:lnTo>
                  <a:lnTo>
                    <a:pt x="659980" y="0"/>
                  </a:lnTo>
                  <a:close/>
                </a:path>
                <a:path w="4410075" h="2695575">
                  <a:moveTo>
                    <a:pt x="716673" y="2686050"/>
                  </a:moveTo>
                  <a:lnTo>
                    <a:pt x="688327" y="2686050"/>
                  </a:lnTo>
                  <a:lnTo>
                    <a:pt x="688327" y="2695575"/>
                  </a:lnTo>
                  <a:lnTo>
                    <a:pt x="716673" y="2695575"/>
                  </a:lnTo>
                  <a:lnTo>
                    <a:pt x="716673" y="2686050"/>
                  </a:lnTo>
                  <a:close/>
                </a:path>
                <a:path w="4410075" h="2695575">
                  <a:moveTo>
                    <a:pt x="716673" y="0"/>
                  </a:moveTo>
                  <a:lnTo>
                    <a:pt x="688327" y="0"/>
                  </a:lnTo>
                  <a:lnTo>
                    <a:pt x="688327" y="9525"/>
                  </a:lnTo>
                  <a:lnTo>
                    <a:pt x="716673" y="9525"/>
                  </a:lnTo>
                  <a:lnTo>
                    <a:pt x="716673" y="0"/>
                  </a:lnTo>
                  <a:close/>
                </a:path>
                <a:path w="4410075" h="2695575">
                  <a:moveTo>
                    <a:pt x="773379" y="2686050"/>
                  </a:moveTo>
                  <a:lnTo>
                    <a:pt x="745032" y="2686050"/>
                  </a:lnTo>
                  <a:lnTo>
                    <a:pt x="745032" y="2695575"/>
                  </a:lnTo>
                  <a:lnTo>
                    <a:pt x="773379" y="2695575"/>
                  </a:lnTo>
                  <a:lnTo>
                    <a:pt x="773379" y="2686050"/>
                  </a:lnTo>
                  <a:close/>
                </a:path>
                <a:path w="4410075" h="2695575">
                  <a:moveTo>
                    <a:pt x="773379" y="0"/>
                  </a:moveTo>
                  <a:lnTo>
                    <a:pt x="745032" y="0"/>
                  </a:lnTo>
                  <a:lnTo>
                    <a:pt x="745032" y="9525"/>
                  </a:lnTo>
                  <a:lnTo>
                    <a:pt x="773379" y="9525"/>
                  </a:lnTo>
                  <a:lnTo>
                    <a:pt x="773379" y="0"/>
                  </a:lnTo>
                  <a:close/>
                </a:path>
                <a:path w="4410075" h="2695575">
                  <a:moveTo>
                    <a:pt x="830072" y="2686050"/>
                  </a:moveTo>
                  <a:lnTo>
                    <a:pt x="801725" y="2686050"/>
                  </a:lnTo>
                  <a:lnTo>
                    <a:pt x="801725" y="2695575"/>
                  </a:lnTo>
                  <a:lnTo>
                    <a:pt x="830072" y="2695575"/>
                  </a:lnTo>
                  <a:lnTo>
                    <a:pt x="830072" y="2686050"/>
                  </a:lnTo>
                  <a:close/>
                </a:path>
                <a:path w="4410075" h="2695575">
                  <a:moveTo>
                    <a:pt x="830072" y="0"/>
                  </a:moveTo>
                  <a:lnTo>
                    <a:pt x="801725" y="0"/>
                  </a:lnTo>
                  <a:lnTo>
                    <a:pt x="801725" y="9525"/>
                  </a:lnTo>
                  <a:lnTo>
                    <a:pt x="830072" y="9525"/>
                  </a:lnTo>
                  <a:lnTo>
                    <a:pt x="830072" y="0"/>
                  </a:lnTo>
                  <a:close/>
                </a:path>
                <a:path w="4410075" h="2695575">
                  <a:moveTo>
                    <a:pt x="886777" y="2686050"/>
                  </a:moveTo>
                  <a:lnTo>
                    <a:pt x="858418" y="2686050"/>
                  </a:lnTo>
                  <a:lnTo>
                    <a:pt x="858418" y="2695575"/>
                  </a:lnTo>
                  <a:lnTo>
                    <a:pt x="886777" y="2695575"/>
                  </a:lnTo>
                  <a:lnTo>
                    <a:pt x="886777" y="2686050"/>
                  </a:lnTo>
                  <a:close/>
                </a:path>
                <a:path w="4410075" h="2695575">
                  <a:moveTo>
                    <a:pt x="886777" y="0"/>
                  </a:moveTo>
                  <a:lnTo>
                    <a:pt x="858418" y="0"/>
                  </a:lnTo>
                  <a:lnTo>
                    <a:pt x="858418" y="9525"/>
                  </a:lnTo>
                  <a:lnTo>
                    <a:pt x="886777" y="9525"/>
                  </a:lnTo>
                  <a:lnTo>
                    <a:pt x="886777" y="0"/>
                  </a:lnTo>
                  <a:close/>
                </a:path>
                <a:path w="4410075" h="2695575">
                  <a:moveTo>
                    <a:pt x="943470" y="2686050"/>
                  </a:moveTo>
                  <a:lnTo>
                    <a:pt x="915123" y="2686050"/>
                  </a:lnTo>
                  <a:lnTo>
                    <a:pt x="915123" y="2695575"/>
                  </a:lnTo>
                  <a:lnTo>
                    <a:pt x="943470" y="2695575"/>
                  </a:lnTo>
                  <a:lnTo>
                    <a:pt x="943470" y="2686050"/>
                  </a:lnTo>
                  <a:close/>
                </a:path>
                <a:path w="4410075" h="2695575">
                  <a:moveTo>
                    <a:pt x="943470" y="0"/>
                  </a:moveTo>
                  <a:lnTo>
                    <a:pt x="915123" y="0"/>
                  </a:lnTo>
                  <a:lnTo>
                    <a:pt x="915123" y="9525"/>
                  </a:lnTo>
                  <a:lnTo>
                    <a:pt x="943470" y="9525"/>
                  </a:lnTo>
                  <a:lnTo>
                    <a:pt x="943470" y="0"/>
                  </a:lnTo>
                  <a:close/>
                </a:path>
                <a:path w="4410075" h="2695575">
                  <a:moveTo>
                    <a:pt x="1000163" y="2686050"/>
                  </a:moveTo>
                  <a:lnTo>
                    <a:pt x="971816" y="2686050"/>
                  </a:lnTo>
                  <a:lnTo>
                    <a:pt x="971816" y="2695575"/>
                  </a:lnTo>
                  <a:lnTo>
                    <a:pt x="1000163" y="2695575"/>
                  </a:lnTo>
                  <a:lnTo>
                    <a:pt x="1000163" y="2686050"/>
                  </a:lnTo>
                  <a:close/>
                </a:path>
                <a:path w="4410075" h="2695575">
                  <a:moveTo>
                    <a:pt x="1000163" y="0"/>
                  </a:moveTo>
                  <a:lnTo>
                    <a:pt x="971816" y="0"/>
                  </a:lnTo>
                  <a:lnTo>
                    <a:pt x="971816" y="9525"/>
                  </a:lnTo>
                  <a:lnTo>
                    <a:pt x="1000163" y="9525"/>
                  </a:lnTo>
                  <a:lnTo>
                    <a:pt x="1000163" y="0"/>
                  </a:lnTo>
                  <a:close/>
                </a:path>
                <a:path w="4410075" h="2695575">
                  <a:moveTo>
                    <a:pt x="1056868" y="2686050"/>
                  </a:moveTo>
                  <a:lnTo>
                    <a:pt x="1028522" y="2686050"/>
                  </a:lnTo>
                  <a:lnTo>
                    <a:pt x="1028522" y="2695575"/>
                  </a:lnTo>
                  <a:lnTo>
                    <a:pt x="1056868" y="2695575"/>
                  </a:lnTo>
                  <a:lnTo>
                    <a:pt x="1056868" y="2686050"/>
                  </a:lnTo>
                  <a:close/>
                </a:path>
                <a:path w="4410075" h="2695575">
                  <a:moveTo>
                    <a:pt x="1056868" y="0"/>
                  </a:moveTo>
                  <a:lnTo>
                    <a:pt x="1028522" y="0"/>
                  </a:lnTo>
                  <a:lnTo>
                    <a:pt x="1028522" y="9525"/>
                  </a:lnTo>
                  <a:lnTo>
                    <a:pt x="1056868" y="9525"/>
                  </a:lnTo>
                  <a:lnTo>
                    <a:pt x="1056868" y="0"/>
                  </a:lnTo>
                  <a:close/>
                </a:path>
                <a:path w="4410075" h="2695575">
                  <a:moveTo>
                    <a:pt x="1113561" y="2686050"/>
                  </a:moveTo>
                  <a:lnTo>
                    <a:pt x="1085215" y="2686050"/>
                  </a:lnTo>
                  <a:lnTo>
                    <a:pt x="1085215" y="2695575"/>
                  </a:lnTo>
                  <a:lnTo>
                    <a:pt x="1113561" y="2695575"/>
                  </a:lnTo>
                  <a:lnTo>
                    <a:pt x="1113561" y="2686050"/>
                  </a:lnTo>
                  <a:close/>
                </a:path>
                <a:path w="4410075" h="2695575">
                  <a:moveTo>
                    <a:pt x="1113561" y="0"/>
                  </a:moveTo>
                  <a:lnTo>
                    <a:pt x="1085215" y="0"/>
                  </a:lnTo>
                  <a:lnTo>
                    <a:pt x="1085215" y="9525"/>
                  </a:lnTo>
                  <a:lnTo>
                    <a:pt x="1113561" y="9525"/>
                  </a:lnTo>
                  <a:lnTo>
                    <a:pt x="1113561" y="0"/>
                  </a:lnTo>
                  <a:close/>
                </a:path>
                <a:path w="4410075" h="2695575">
                  <a:moveTo>
                    <a:pt x="1170266" y="2686050"/>
                  </a:moveTo>
                  <a:lnTo>
                    <a:pt x="1141907" y="2686050"/>
                  </a:lnTo>
                  <a:lnTo>
                    <a:pt x="1141907" y="2695575"/>
                  </a:lnTo>
                  <a:lnTo>
                    <a:pt x="1170266" y="2695575"/>
                  </a:lnTo>
                  <a:lnTo>
                    <a:pt x="1170266" y="2686050"/>
                  </a:lnTo>
                  <a:close/>
                </a:path>
                <a:path w="4410075" h="2695575">
                  <a:moveTo>
                    <a:pt x="1170266" y="0"/>
                  </a:moveTo>
                  <a:lnTo>
                    <a:pt x="1141907" y="0"/>
                  </a:lnTo>
                  <a:lnTo>
                    <a:pt x="1141907" y="9525"/>
                  </a:lnTo>
                  <a:lnTo>
                    <a:pt x="1170266" y="9525"/>
                  </a:lnTo>
                  <a:lnTo>
                    <a:pt x="1170266" y="0"/>
                  </a:lnTo>
                  <a:close/>
                </a:path>
                <a:path w="4410075" h="2695575">
                  <a:moveTo>
                    <a:pt x="1226959" y="2686050"/>
                  </a:moveTo>
                  <a:lnTo>
                    <a:pt x="1198613" y="2686050"/>
                  </a:lnTo>
                  <a:lnTo>
                    <a:pt x="1198613" y="2695575"/>
                  </a:lnTo>
                  <a:lnTo>
                    <a:pt x="1226959" y="2695575"/>
                  </a:lnTo>
                  <a:lnTo>
                    <a:pt x="1226959" y="2686050"/>
                  </a:lnTo>
                  <a:close/>
                </a:path>
                <a:path w="4410075" h="2695575">
                  <a:moveTo>
                    <a:pt x="1226959" y="0"/>
                  </a:moveTo>
                  <a:lnTo>
                    <a:pt x="1198613" y="0"/>
                  </a:lnTo>
                  <a:lnTo>
                    <a:pt x="1198613" y="9525"/>
                  </a:lnTo>
                  <a:lnTo>
                    <a:pt x="1226959" y="9525"/>
                  </a:lnTo>
                  <a:lnTo>
                    <a:pt x="1226959" y="0"/>
                  </a:lnTo>
                  <a:close/>
                </a:path>
                <a:path w="4410075" h="2695575">
                  <a:moveTo>
                    <a:pt x="1283652" y="2686050"/>
                  </a:moveTo>
                  <a:lnTo>
                    <a:pt x="1255306" y="2686050"/>
                  </a:lnTo>
                  <a:lnTo>
                    <a:pt x="1255306" y="2695575"/>
                  </a:lnTo>
                  <a:lnTo>
                    <a:pt x="1283652" y="2695575"/>
                  </a:lnTo>
                  <a:lnTo>
                    <a:pt x="1283652" y="2686050"/>
                  </a:lnTo>
                  <a:close/>
                </a:path>
                <a:path w="4410075" h="2695575">
                  <a:moveTo>
                    <a:pt x="1283652" y="0"/>
                  </a:moveTo>
                  <a:lnTo>
                    <a:pt x="1255306" y="0"/>
                  </a:lnTo>
                  <a:lnTo>
                    <a:pt x="1255306" y="9525"/>
                  </a:lnTo>
                  <a:lnTo>
                    <a:pt x="1283652" y="9525"/>
                  </a:lnTo>
                  <a:lnTo>
                    <a:pt x="1283652" y="0"/>
                  </a:lnTo>
                  <a:close/>
                </a:path>
                <a:path w="4410075" h="2695575">
                  <a:moveTo>
                    <a:pt x="1340358" y="2686050"/>
                  </a:moveTo>
                  <a:lnTo>
                    <a:pt x="1312011" y="2686050"/>
                  </a:lnTo>
                  <a:lnTo>
                    <a:pt x="1312011" y="2695575"/>
                  </a:lnTo>
                  <a:lnTo>
                    <a:pt x="1340358" y="2695575"/>
                  </a:lnTo>
                  <a:lnTo>
                    <a:pt x="1340358" y="2686050"/>
                  </a:lnTo>
                  <a:close/>
                </a:path>
                <a:path w="4410075" h="2695575">
                  <a:moveTo>
                    <a:pt x="1340358" y="0"/>
                  </a:moveTo>
                  <a:lnTo>
                    <a:pt x="1312011" y="0"/>
                  </a:lnTo>
                  <a:lnTo>
                    <a:pt x="1312011" y="9525"/>
                  </a:lnTo>
                  <a:lnTo>
                    <a:pt x="1340358" y="9525"/>
                  </a:lnTo>
                  <a:lnTo>
                    <a:pt x="1340358" y="0"/>
                  </a:lnTo>
                  <a:close/>
                </a:path>
                <a:path w="4410075" h="2695575">
                  <a:moveTo>
                    <a:pt x="1397050" y="2686050"/>
                  </a:moveTo>
                  <a:lnTo>
                    <a:pt x="1368704" y="2686050"/>
                  </a:lnTo>
                  <a:lnTo>
                    <a:pt x="1368704" y="2695575"/>
                  </a:lnTo>
                  <a:lnTo>
                    <a:pt x="1397050" y="2695575"/>
                  </a:lnTo>
                  <a:lnTo>
                    <a:pt x="1397050" y="2686050"/>
                  </a:lnTo>
                  <a:close/>
                </a:path>
                <a:path w="4410075" h="2695575">
                  <a:moveTo>
                    <a:pt x="1397050" y="0"/>
                  </a:moveTo>
                  <a:lnTo>
                    <a:pt x="1368704" y="0"/>
                  </a:lnTo>
                  <a:lnTo>
                    <a:pt x="1368704" y="9525"/>
                  </a:lnTo>
                  <a:lnTo>
                    <a:pt x="1397050" y="9525"/>
                  </a:lnTo>
                  <a:lnTo>
                    <a:pt x="1397050" y="0"/>
                  </a:lnTo>
                  <a:close/>
                </a:path>
                <a:path w="4410075" h="2695575">
                  <a:moveTo>
                    <a:pt x="1453743" y="2686050"/>
                  </a:moveTo>
                  <a:lnTo>
                    <a:pt x="1425397" y="2686050"/>
                  </a:lnTo>
                  <a:lnTo>
                    <a:pt x="1425397" y="2695575"/>
                  </a:lnTo>
                  <a:lnTo>
                    <a:pt x="1453743" y="2695575"/>
                  </a:lnTo>
                  <a:lnTo>
                    <a:pt x="1453743" y="2686050"/>
                  </a:lnTo>
                  <a:close/>
                </a:path>
                <a:path w="4410075" h="2695575">
                  <a:moveTo>
                    <a:pt x="1453743" y="0"/>
                  </a:moveTo>
                  <a:lnTo>
                    <a:pt x="1425397" y="0"/>
                  </a:lnTo>
                  <a:lnTo>
                    <a:pt x="1425397" y="9525"/>
                  </a:lnTo>
                  <a:lnTo>
                    <a:pt x="1453743" y="9525"/>
                  </a:lnTo>
                  <a:lnTo>
                    <a:pt x="1453743" y="0"/>
                  </a:lnTo>
                  <a:close/>
                </a:path>
                <a:path w="4410075" h="2695575">
                  <a:moveTo>
                    <a:pt x="1510449" y="2686050"/>
                  </a:moveTo>
                  <a:lnTo>
                    <a:pt x="1482102" y="2686050"/>
                  </a:lnTo>
                  <a:lnTo>
                    <a:pt x="1482102" y="2695575"/>
                  </a:lnTo>
                  <a:lnTo>
                    <a:pt x="1510449" y="2695575"/>
                  </a:lnTo>
                  <a:lnTo>
                    <a:pt x="1510449" y="2686050"/>
                  </a:lnTo>
                  <a:close/>
                </a:path>
                <a:path w="4410075" h="2695575">
                  <a:moveTo>
                    <a:pt x="1510449" y="0"/>
                  </a:moveTo>
                  <a:lnTo>
                    <a:pt x="1482102" y="0"/>
                  </a:lnTo>
                  <a:lnTo>
                    <a:pt x="1482102" y="9525"/>
                  </a:lnTo>
                  <a:lnTo>
                    <a:pt x="1510449" y="9525"/>
                  </a:lnTo>
                  <a:lnTo>
                    <a:pt x="1510449" y="0"/>
                  </a:lnTo>
                  <a:close/>
                </a:path>
                <a:path w="4410075" h="2695575">
                  <a:moveTo>
                    <a:pt x="1567141" y="2686050"/>
                  </a:moveTo>
                  <a:lnTo>
                    <a:pt x="1538795" y="2686050"/>
                  </a:lnTo>
                  <a:lnTo>
                    <a:pt x="1538795" y="2695575"/>
                  </a:lnTo>
                  <a:lnTo>
                    <a:pt x="1567141" y="2695575"/>
                  </a:lnTo>
                  <a:lnTo>
                    <a:pt x="1567141" y="2686050"/>
                  </a:lnTo>
                  <a:close/>
                </a:path>
                <a:path w="4410075" h="2695575">
                  <a:moveTo>
                    <a:pt x="1567141" y="0"/>
                  </a:moveTo>
                  <a:lnTo>
                    <a:pt x="1538795" y="0"/>
                  </a:lnTo>
                  <a:lnTo>
                    <a:pt x="1538795" y="9525"/>
                  </a:lnTo>
                  <a:lnTo>
                    <a:pt x="1567141" y="9525"/>
                  </a:lnTo>
                  <a:lnTo>
                    <a:pt x="1567141" y="0"/>
                  </a:lnTo>
                  <a:close/>
                </a:path>
                <a:path w="4410075" h="2695575">
                  <a:moveTo>
                    <a:pt x="1623847" y="2686050"/>
                  </a:moveTo>
                  <a:lnTo>
                    <a:pt x="1595488" y="2686050"/>
                  </a:lnTo>
                  <a:lnTo>
                    <a:pt x="1595488" y="2695575"/>
                  </a:lnTo>
                  <a:lnTo>
                    <a:pt x="1623847" y="2695575"/>
                  </a:lnTo>
                  <a:lnTo>
                    <a:pt x="1623847" y="2686050"/>
                  </a:lnTo>
                  <a:close/>
                </a:path>
                <a:path w="4410075" h="2695575">
                  <a:moveTo>
                    <a:pt x="1623847" y="0"/>
                  </a:moveTo>
                  <a:lnTo>
                    <a:pt x="1595488" y="0"/>
                  </a:lnTo>
                  <a:lnTo>
                    <a:pt x="1595488" y="9525"/>
                  </a:lnTo>
                  <a:lnTo>
                    <a:pt x="1623847" y="9525"/>
                  </a:lnTo>
                  <a:lnTo>
                    <a:pt x="1623847" y="0"/>
                  </a:lnTo>
                  <a:close/>
                </a:path>
                <a:path w="4410075" h="2695575">
                  <a:moveTo>
                    <a:pt x="1680540" y="2686050"/>
                  </a:moveTo>
                  <a:lnTo>
                    <a:pt x="1652193" y="2686050"/>
                  </a:lnTo>
                  <a:lnTo>
                    <a:pt x="1652193" y="2695575"/>
                  </a:lnTo>
                  <a:lnTo>
                    <a:pt x="1680540" y="2695575"/>
                  </a:lnTo>
                  <a:lnTo>
                    <a:pt x="1680540" y="2686050"/>
                  </a:lnTo>
                  <a:close/>
                </a:path>
                <a:path w="4410075" h="2695575">
                  <a:moveTo>
                    <a:pt x="1680540" y="0"/>
                  </a:moveTo>
                  <a:lnTo>
                    <a:pt x="1652193" y="0"/>
                  </a:lnTo>
                  <a:lnTo>
                    <a:pt x="1652193" y="9525"/>
                  </a:lnTo>
                  <a:lnTo>
                    <a:pt x="1680540" y="9525"/>
                  </a:lnTo>
                  <a:lnTo>
                    <a:pt x="1680540" y="0"/>
                  </a:lnTo>
                  <a:close/>
                </a:path>
                <a:path w="4410075" h="2695575">
                  <a:moveTo>
                    <a:pt x="1737233" y="2686050"/>
                  </a:moveTo>
                  <a:lnTo>
                    <a:pt x="1708886" y="2686050"/>
                  </a:lnTo>
                  <a:lnTo>
                    <a:pt x="1708886" y="2695575"/>
                  </a:lnTo>
                  <a:lnTo>
                    <a:pt x="1737233" y="2695575"/>
                  </a:lnTo>
                  <a:lnTo>
                    <a:pt x="1737233" y="2686050"/>
                  </a:lnTo>
                  <a:close/>
                </a:path>
                <a:path w="4410075" h="2695575">
                  <a:moveTo>
                    <a:pt x="1737233" y="0"/>
                  </a:moveTo>
                  <a:lnTo>
                    <a:pt x="1708886" y="0"/>
                  </a:lnTo>
                  <a:lnTo>
                    <a:pt x="1708886" y="9525"/>
                  </a:lnTo>
                  <a:lnTo>
                    <a:pt x="1737233" y="9525"/>
                  </a:lnTo>
                  <a:lnTo>
                    <a:pt x="1737233" y="0"/>
                  </a:lnTo>
                  <a:close/>
                </a:path>
                <a:path w="4410075" h="2695575">
                  <a:moveTo>
                    <a:pt x="1793938" y="2686050"/>
                  </a:moveTo>
                  <a:lnTo>
                    <a:pt x="1765592" y="2686050"/>
                  </a:lnTo>
                  <a:lnTo>
                    <a:pt x="1765592" y="2695575"/>
                  </a:lnTo>
                  <a:lnTo>
                    <a:pt x="1793938" y="2695575"/>
                  </a:lnTo>
                  <a:lnTo>
                    <a:pt x="1793938" y="2686050"/>
                  </a:lnTo>
                  <a:close/>
                </a:path>
                <a:path w="4410075" h="2695575">
                  <a:moveTo>
                    <a:pt x="1793938" y="0"/>
                  </a:moveTo>
                  <a:lnTo>
                    <a:pt x="1765592" y="0"/>
                  </a:lnTo>
                  <a:lnTo>
                    <a:pt x="1765592" y="9525"/>
                  </a:lnTo>
                  <a:lnTo>
                    <a:pt x="1793938" y="9525"/>
                  </a:lnTo>
                  <a:lnTo>
                    <a:pt x="1793938" y="0"/>
                  </a:lnTo>
                  <a:close/>
                </a:path>
                <a:path w="4410075" h="2695575">
                  <a:moveTo>
                    <a:pt x="1850631" y="2686050"/>
                  </a:moveTo>
                  <a:lnTo>
                    <a:pt x="1822284" y="2686050"/>
                  </a:lnTo>
                  <a:lnTo>
                    <a:pt x="1822284" y="2695575"/>
                  </a:lnTo>
                  <a:lnTo>
                    <a:pt x="1850631" y="2695575"/>
                  </a:lnTo>
                  <a:lnTo>
                    <a:pt x="1850631" y="2686050"/>
                  </a:lnTo>
                  <a:close/>
                </a:path>
                <a:path w="4410075" h="2695575">
                  <a:moveTo>
                    <a:pt x="1850631" y="0"/>
                  </a:moveTo>
                  <a:lnTo>
                    <a:pt x="1822284" y="0"/>
                  </a:lnTo>
                  <a:lnTo>
                    <a:pt x="1822284" y="9525"/>
                  </a:lnTo>
                  <a:lnTo>
                    <a:pt x="1850631" y="9525"/>
                  </a:lnTo>
                  <a:lnTo>
                    <a:pt x="1850631" y="0"/>
                  </a:lnTo>
                  <a:close/>
                </a:path>
                <a:path w="4410075" h="2695575">
                  <a:moveTo>
                    <a:pt x="1907336" y="2686050"/>
                  </a:moveTo>
                  <a:lnTo>
                    <a:pt x="1878977" y="2686050"/>
                  </a:lnTo>
                  <a:lnTo>
                    <a:pt x="1878977" y="2695575"/>
                  </a:lnTo>
                  <a:lnTo>
                    <a:pt x="1907336" y="2695575"/>
                  </a:lnTo>
                  <a:lnTo>
                    <a:pt x="1907336" y="2686050"/>
                  </a:lnTo>
                  <a:close/>
                </a:path>
                <a:path w="4410075" h="2695575">
                  <a:moveTo>
                    <a:pt x="1907336" y="0"/>
                  </a:moveTo>
                  <a:lnTo>
                    <a:pt x="1878977" y="0"/>
                  </a:lnTo>
                  <a:lnTo>
                    <a:pt x="1878977" y="9525"/>
                  </a:lnTo>
                  <a:lnTo>
                    <a:pt x="1907336" y="9525"/>
                  </a:lnTo>
                  <a:lnTo>
                    <a:pt x="1907336" y="0"/>
                  </a:lnTo>
                  <a:close/>
                </a:path>
                <a:path w="4410075" h="2695575">
                  <a:moveTo>
                    <a:pt x="1964029" y="2686050"/>
                  </a:moveTo>
                  <a:lnTo>
                    <a:pt x="1935683" y="2686050"/>
                  </a:lnTo>
                  <a:lnTo>
                    <a:pt x="1935683" y="2695575"/>
                  </a:lnTo>
                  <a:lnTo>
                    <a:pt x="1964029" y="2695575"/>
                  </a:lnTo>
                  <a:lnTo>
                    <a:pt x="1964029" y="2686050"/>
                  </a:lnTo>
                  <a:close/>
                </a:path>
                <a:path w="4410075" h="2695575">
                  <a:moveTo>
                    <a:pt x="1964029" y="0"/>
                  </a:moveTo>
                  <a:lnTo>
                    <a:pt x="1935683" y="0"/>
                  </a:lnTo>
                  <a:lnTo>
                    <a:pt x="1935683" y="9525"/>
                  </a:lnTo>
                  <a:lnTo>
                    <a:pt x="1964029" y="9525"/>
                  </a:lnTo>
                  <a:lnTo>
                    <a:pt x="1964029" y="0"/>
                  </a:lnTo>
                  <a:close/>
                </a:path>
                <a:path w="4410075" h="2695575">
                  <a:moveTo>
                    <a:pt x="2020722" y="2686050"/>
                  </a:moveTo>
                  <a:lnTo>
                    <a:pt x="1992376" y="2686050"/>
                  </a:lnTo>
                  <a:lnTo>
                    <a:pt x="1992376" y="2695575"/>
                  </a:lnTo>
                  <a:lnTo>
                    <a:pt x="2020722" y="2695575"/>
                  </a:lnTo>
                  <a:lnTo>
                    <a:pt x="2020722" y="2686050"/>
                  </a:lnTo>
                  <a:close/>
                </a:path>
                <a:path w="4410075" h="2695575">
                  <a:moveTo>
                    <a:pt x="2020722" y="0"/>
                  </a:moveTo>
                  <a:lnTo>
                    <a:pt x="1992376" y="0"/>
                  </a:lnTo>
                  <a:lnTo>
                    <a:pt x="1992376" y="9525"/>
                  </a:lnTo>
                  <a:lnTo>
                    <a:pt x="2020722" y="9525"/>
                  </a:lnTo>
                  <a:lnTo>
                    <a:pt x="2020722" y="0"/>
                  </a:lnTo>
                  <a:close/>
                </a:path>
                <a:path w="4410075" h="2695575">
                  <a:moveTo>
                    <a:pt x="2077427" y="2686050"/>
                  </a:moveTo>
                  <a:lnTo>
                    <a:pt x="2049081" y="2686050"/>
                  </a:lnTo>
                  <a:lnTo>
                    <a:pt x="2049081" y="2695575"/>
                  </a:lnTo>
                  <a:lnTo>
                    <a:pt x="2077427" y="2695575"/>
                  </a:lnTo>
                  <a:lnTo>
                    <a:pt x="2077427" y="2686050"/>
                  </a:lnTo>
                  <a:close/>
                </a:path>
                <a:path w="4410075" h="2695575">
                  <a:moveTo>
                    <a:pt x="2077427" y="0"/>
                  </a:moveTo>
                  <a:lnTo>
                    <a:pt x="2049081" y="0"/>
                  </a:lnTo>
                  <a:lnTo>
                    <a:pt x="2049081" y="9525"/>
                  </a:lnTo>
                  <a:lnTo>
                    <a:pt x="2077427" y="9525"/>
                  </a:lnTo>
                  <a:lnTo>
                    <a:pt x="2077427" y="0"/>
                  </a:lnTo>
                  <a:close/>
                </a:path>
                <a:path w="4410075" h="2695575">
                  <a:moveTo>
                    <a:pt x="2134120" y="2686050"/>
                  </a:moveTo>
                  <a:lnTo>
                    <a:pt x="2105774" y="2686050"/>
                  </a:lnTo>
                  <a:lnTo>
                    <a:pt x="2105774" y="2695575"/>
                  </a:lnTo>
                  <a:lnTo>
                    <a:pt x="2134120" y="2695575"/>
                  </a:lnTo>
                  <a:lnTo>
                    <a:pt x="2134120" y="2686050"/>
                  </a:lnTo>
                  <a:close/>
                </a:path>
                <a:path w="4410075" h="2695575">
                  <a:moveTo>
                    <a:pt x="2134120" y="0"/>
                  </a:moveTo>
                  <a:lnTo>
                    <a:pt x="2105774" y="0"/>
                  </a:lnTo>
                  <a:lnTo>
                    <a:pt x="2105774" y="9525"/>
                  </a:lnTo>
                  <a:lnTo>
                    <a:pt x="2134120" y="9525"/>
                  </a:lnTo>
                  <a:lnTo>
                    <a:pt x="2134120" y="0"/>
                  </a:lnTo>
                  <a:close/>
                </a:path>
                <a:path w="4410075" h="2695575">
                  <a:moveTo>
                    <a:pt x="2190826" y="2686050"/>
                  </a:moveTo>
                  <a:lnTo>
                    <a:pt x="2162467" y="2686050"/>
                  </a:lnTo>
                  <a:lnTo>
                    <a:pt x="2162467" y="2695575"/>
                  </a:lnTo>
                  <a:lnTo>
                    <a:pt x="2190826" y="2695575"/>
                  </a:lnTo>
                  <a:lnTo>
                    <a:pt x="2190826" y="2686050"/>
                  </a:lnTo>
                  <a:close/>
                </a:path>
                <a:path w="4410075" h="2695575">
                  <a:moveTo>
                    <a:pt x="2190826" y="0"/>
                  </a:moveTo>
                  <a:lnTo>
                    <a:pt x="2162467" y="0"/>
                  </a:lnTo>
                  <a:lnTo>
                    <a:pt x="2162467" y="9525"/>
                  </a:lnTo>
                  <a:lnTo>
                    <a:pt x="2190826" y="9525"/>
                  </a:lnTo>
                  <a:lnTo>
                    <a:pt x="2190826" y="0"/>
                  </a:lnTo>
                  <a:close/>
                </a:path>
                <a:path w="4410075" h="2695575">
                  <a:moveTo>
                    <a:pt x="2247519" y="2686050"/>
                  </a:moveTo>
                  <a:lnTo>
                    <a:pt x="2219172" y="2686050"/>
                  </a:lnTo>
                  <a:lnTo>
                    <a:pt x="2219172" y="2695575"/>
                  </a:lnTo>
                  <a:lnTo>
                    <a:pt x="2247519" y="2695575"/>
                  </a:lnTo>
                  <a:lnTo>
                    <a:pt x="2247519" y="2686050"/>
                  </a:lnTo>
                  <a:close/>
                </a:path>
                <a:path w="4410075" h="2695575">
                  <a:moveTo>
                    <a:pt x="2247519" y="0"/>
                  </a:moveTo>
                  <a:lnTo>
                    <a:pt x="2219172" y="0"/>
                  </a:lnTo>
                  <a:lnTo>
                    <a:pt x="2219172" y="9525"/>
                  </a:lnTo>
                  <a:lnTo>
                    <a:pt x="2247519" y="9525"/>
                  </a:lnTo>
                  <a:lnTo>
                    <a:pt x="2247519" y="0"/>
                  </a:lnTo>
                  <a:close/>
                </a:path>
                <a:path w="4410075" h="2695575">
                  <a:moveTo>
                    <a:pt x="2304211" y="2686050"/>
                  </a:moveTo>
                  <a:lnTo>
                    <a:pt x="2275865" y="2686050"/>
                  </a:lnTo>
                  <a:lnTo>
                    <a:pt x="2275865" y="2695575"/>
                  </a:lnTo>
                  <a:lnTo>
                    <a:pt x="2304211" y="2695575"/>
                  </a:lnTo>
                  <a:lnTo>
                    <a:pt x="2304211" y="2686050"/>
                  </a:lnTo>
                  <a:close/>
                </a:path>
                <a:path w="4410075" h="2695575">
                  <a:moveTo>
                    <a:pt x="2304211" y="0"/>
                  </a:moveTo>
                  <a:lnTo>
                    <a:pt x="2275865" y="0"/>
                  </a:lnTo>
                  <a:lnTo>
                    <a:pt x="2275865" y="9525"/>
                  </a:lnTo>
                  <a:lnTo>
                    <a:pt x="2304211" y="9525"/>
                  </a:lnTo>
                  <a:lnTo>
                    <a:pt x="2304211" y="0"/>
                  </a:lnTo>
                  <a:close/>
                </a:path>
                <a:path w="4410075" h="2695575">
                  <a:moveTo>
                    <a:pt x="2360917" y="2686050"/>
                  </a:moveTo>
                  <a:lnTo>
                    <a:pt x="2332571" y="2686050"/>
                  </a:lnTo>
                  <a:lnTo>
                    <a:pt x="2332571" y="2695575"/>
                  </a:lnTo>
                  <a:lnTo>
                    <a:pt x="2360917" y="2695575"/>
                  </a:lnTo>
                  <a:lnTo>
                    <a:pt x="2360917" y="2686050"/>
                  </a:lnTo>
                  <a:close/>
                </a:path>
                <a:path w="4410075" h="2695575">
                  <a:moveTo>
                    <a:pt x="2360917" y="0"/>
                  </a:moveTo>
                  <a:lnTo>
                    <a:pt x="2332571" y="0"/>
                  </a:lnTo>
                  <a:lnTo>
                    <a:pt x="2332571" y="9525"/>
                  </a:lnTo>
                  <a:lnTo>
                    <a:pt x="2360917" y="9525"/>
                  </a:lnTo>
                  <a:lnTo>
                    <a:pt x="2360917" y="0"/>
                  </a:lnTo>
                  <a:close/>
                </a:path>
                <a:path w="4410075" h="2695575">
                  <a:moveTo>
                    <a:pt x="2417610" y="2686050"/>
                  </a:moveTo>
                  <a:lnTo>
                    <a:pt x="2389263" y="2686050"/>
                  </a:lnTo>
                  <a:lnTo>
                    <a:pt x="2389263" y="2695575"/>
                  </a:lnTo>
                  <a:lnTo>
                    <a:pt x="2417610" y="2695575"/>
                  </a:lnTo>
                  <a:lnTo>
                    <a:pt x="2417610" y="2686050"/>
                  </a:lnTo>
                  <a:close/>
                </a:path>
                <a:path w="4410075" h="2695575">
                  <a:moveTo>
                    <a:pt x="2417610" y="0"/>
                  </a:moveTo>
                  <a:lnTo>
                    <a:pt x="2389263" y="0"/>
                  </a:lnTo>
                  <a:lnTo>
                    <a:pt x="2389263" y="9525"/>
                  </a:lnTo>
                  <a:lnTo>
                    <a:pt x="2417610" y="9525"/>
                  </a:lnTo>
                  <a:lnTo>
                    <a:pt x="2417610" y="0"/>
                  </a:lnTo>
                  <a:close/>
                </a:path>
                <a:path w="4410075" h="2695575">
                  <a:moveTo>
                    <a:pt x="2474303" y="2686050"/>
                  </a:moveTo>
                  <a:lnTo>
                    <a:pt x="2445956" y="2686050"/>
                  </a:lnTo>
                  <a:lnTo>
                    <a:pt x="2445956" y="2695575"/>
                  </a:lnTo>
                  <a:lnTo>
                    <a:pt x="2474303" y="2695575"/>
                  </a:lnTo>
                  <a:lnTo>
                    <a:pt x="2474303" y="2686050"/>
                  </a:lnTo>
                  <a:close/>
                </a:path>
                <a:path w="4410075" h="2695575">
                  <a:moveTo>
                    <a:pt x="2474303" y="0"/>
                  </a:moveTo>
                  <a:lnTo>
                    <a:pt x="2445956" y="0"/>
                  </a:lnTo>
                  <a:lnTo>
                    <a:pt x="2445956" y="9525"/>
                  </a:lnTo>
                  <a:lnTo>
                    <a:pt x="2474303" y="9525"/>
                  </a:lnTo>
                  <a:lnTo>
                    <a:pt x="2474303" y="0"/>
                  </a:lnTo>
                  <a:close/>
                </a:path>
                <a:path w="4410075" h="2695575">
                  <a:moveTo>
                    <a:pt x="2531008" y="2686050"/>
                  </a:moveTo>
                  <a:lnTo>
                    <a:pt x="2502662" y="2686050"/>
                  </a:lnTo>
                  <a:lnTo>
                    <a:pt x="2502662" y="2695575"/>
                  </a:lnTo>
                  <a:lnTo>
                    <a:pt x="2531008" y="2695575"/>
                  </a:lnTo>
                  <a:lnTo>
                    <a:pt x="2531008" y="2686050"/>
                  </a:lnTo>
                  <a:close/>
                </a:path>
                <a:path w="4410075" h="2695575">
                  <a:moveTo>
                    <a:pt x="2531008" y="0"/>
                  </a:moveTo>
                  <a:lnTo>
                    <a:pt x="2502662" y="0"/>
                  </a:lnTo>
                  <a:lnTo>
                    <a:pt x="2502662" y="9525"/>
                  </a:lnTo>
                  <a:lnTo>
                    <a:pt x="2531008" y="9525"/>
                  </a:lnTo>
                  <a:lnTo>
                    <a:pt x="2531008" y="0"/>
                  </a:lnTo>
                  <a:close/>
                </a:path>
                <a:path w="4410075" h="2695575">
                  <a:moveTo>
                    <a:pt x="2587701" y="2686050"/>
                  </a:moveTo>
                  <a:lnTo>
                    <a:pt x="2559354" y="2686050"/>
                  </a:lnTo>
                  <a:lnTo>
                    <a:pt x="2559354" y="2695575"/>
                  </a:lnTo>
                  <a:lnTo>
                    <a:pt x="2587701" y="2695575"/>
                  </a:lnTo>
                  <a:lnTo>
                    <a:pt x="2587701" y="2686050"/>
                  </a:lnTo>
                  <a:close/>
                </a:path>
                <a:path w="4410075" h="2695575">
                  <a:moveTo>
                    <a:pt x="2587701" y="0"/>
                  </a:moveTo>
                  <a:lnTo>
                    <a:pt x="2559354" y="0"/>
                  </a:lnTo>
                  <a:lnTo>
                    <a:pt x="2559354" y="9525"/>
                  </a:lnTo>
                  <a:lnTo>
                    <a:pt x="2587701" y="9525"/>
                  </a:lnTo>
                  <a:lnTo>
                    <a:pt x="2587701" y="0"/>
                  </a:lnTo>
                  <a:close/>
                </a:path>
                <a:path w="4410075" h="2695575">
                  <a:moveTo>
                    <a:pt x="2644406" y="2686050"/>
                  </a:moveTo>
                  <a:lnTo>
                    <a:pt x="2616047" y="2686050"/>
                  </a:lnTo>
                  <a:lnTo>
                    <a:pt x="2616047" y="2695575"/>
                  </a:lnTo>
                  <a:lnTo>
                    <a:pt x="2644406" y="2695575"/>
                  </a:lnTo>
                  <a:lnTo>
                    <a:pt x="2644406" y="2686050"/>
                  </a:lnTo>
                  <a:close/>
                </a:path>
                <a:path w="4410075" h="2695575">
                  <a:moveTo>
                    <a:pt x="2644406" y="0"/>
                  </a:moveTo>
                  <a:lnTo>
                    <a:pt x="2616047" y="0"/>
                  </a:lnTo>
                  <a:lnTo>
                    <a:pt x="2616047" y="9525"/>
                  </a:lnTo>
                  <a:lnTo>
                    <a:pt x="2644406" y="9525"/>
                  </a:lnTo>
                  <a:lnTo>
                    <a:pt x="2644406" y="0"/>
                  </a:lnTo>
                  <a:close/>
                </a:path>
                <a:path w="4410075" h="2695575">
                  <a:moveTo>
                    <a:pt x="2701099" y="2686050"/>
                  </a:moveTo>
                  <a:lnTo>
                    <a:pt x="2672753" y="2686050"/>
                  </a:lnTo>
                  <a:lnTo>
                    <a:pt x="2672753" y="2695575"/>
                  </a:lnTo>
                  <a:lnTo>
                    <a:pt x="2701099" y="2695575"/>
                  </a:lnTo>
                  <a:lnTo>
                    <a:pt x="2701099" y="2686050"/>
                  </a:lnTo>
                  <a:close/>
                </a:path>
                <a:path w="4410075" h="2695575">
                  <a:moveTo>
                    <a:pt x="2701099" y="0"/>
                  </a:moveTo>
                  <a:lnTo>
                    <a:pt x="2672753" y="0"/>
                  </a:lnTo>
                  <a:lnTo>
                    <a:pt x="2672753" y="9525"/>
                  </a:lnTo>
                  <a:lnTo>
                    <a:pt x="2701099" y="9525"/>
                  </a:lnTo>
                  <a:lnTo>
                    <a:pt x="2701099" y="0"/>
                  </a:lnTo>
                  <a:close/>
                </a:path>
                <a:path w="4410075" h="2695575">
                  <a:moveTo>
                    <a:pt x="2757792" y="2686050"/>
                  </a:moveTo>
                  <a:lnTo>
                    <a:pt x="2729446" y="2686050"/>
                  </a:lnTo>
                  <a:lnTo>
                    <a:pt x="2729446" y="2695575"/>
                  </a:lnTo>
                  <a:lnTo>
                    <a:pt x="2757792" y="2695575"/>
                  </a:lnTo>
                  <a:lnTo>
                    <a:pt x="2757792" y="2686050"/>
                  </a:lnTo>
                  <a:close/>
                </a:path>
                <a:path w="4410075" h="2695575">
                  <a:moveTo>
                    <a:pt x="2757792" y="0"/>
                  </a:moveTo>
                  <a:lnTo>
                    <a:pt x="2729446" y="0"/>
                  </a:lnTo>
                  <a:lnTo>
                    <a:pt x="2729446" y="9525"/>
                  </a:lnTo>
                  <a:lnTo>
                    <a:pt x="2757792" y="9525"/>
                  </a:lnTo>
                  <a:lnTo>
                    <a:pt x="2757792" y="0"/>
                  </a:lnTo>
                  <a:close/>
                </a:path>
                <a:path w="4410075" h="2695575">
                  <a:moveTo>
                    <a:pt x="2814497" y="2686050"/>
                  </a:moveTo>
                  <a:lnTo>
                    <a:pt x="2786151" y="2686050"/>
                  </a:lnTo>
                  <a:lnTo>
                    <a:pt x="2786151" y="2695575"/>
                  </a:lnTo>
                  <a:lnTo>
                    <a:pt x="2814497" y="2695575"/>
                  </a:lnTo>
                  <a:lnTo>
                    <a:pt x="2814497" y="2686050"/>
                  </a:lnTo>
                  <a:close/>
                </a:path>
                <a:path w="4410075" h="2695575">
                  <a:moveTo>
                    <a:pt x="2814497" y="0"/>
                  </a:moveTo>
                  <a:lnTo>
                    <a:pt x="2786151" y="0"/>
                  </a:lnTo>
                  <a:lnTo>
                    <a:pt x="2786151" y="9525"/>
                  </a:lnTo>
                  <a:lnTo>
                    <a:pt x="2814497" y="9525"/>
                  </a:lnTo>
                  <a:lnTo>
                    <a:pt x="2814497" y="0"/>
                  </a:lnTo>
                  <a:close/>
                </a:path>
                <a:path w="4410075" h="2695575">
                  <a:moveTo>
                    <a:pt x="2871190" y="2686050"/>
                  </a:moveTo>
                  <a:lnTo>
                    <a:pt x="2842844" y="2686050"/>
                  </a:lnTo>
                  <a:lnTo>
                    <a:pt x="2842844" y="2695575"/>
                  </a:lnTo>
                  <a:lnTo>
                    <a:pt x="2871190" y="2695575"/>
                  </a:lnTo>
                  <a:lnTo>
                    <a:pt x="2871190" y="2686050"/>
                  </a:lnTo>
                  <a:close/>
                </a:path>
                <a:path w="4410075" h="2695575">
                  <a:moveTo>
                    <a:pt x="2871190" y="0"/>
                  </a:moveTo>
                  <a:lnTo>
                    <a:pt x="2842844" y="0"/>
                  </a:lnTo>
                  <a:lnTo>
                    <a:pt x="2842844" y="9525"/>
                  </a:lnTo>
                  <a:lnTo>
                    <a:pt x="2871190" y="9525"/>
                  </a:lnTo>
                  <a:lnTo>
                    <a:pt x="2871190" y="0"/>
                  </a:lnTo>
                  <a:close/>
                </a:path>
                <a:path w="4410075" h="2695575">
                  <a:moveTo>
                    <a:pt x="2927896" y="2686050"/>
                  </a:moveTo>
                  <a:lnTo>
                    <a:pt x="2899537" y="2686050"/>
                  </a:lnTo>
                  <a:lnTo>
                    <a:pt x="2899537" y="2695575"/>
                  </a:lnTo>
                  <a:lnTo>
                    <a:pt x="2927896" y="2695575"/>
                  </a:lnTo>
                  <a:lnTo>
                    <a:pt x="2927896" y="2686050"/>
                  </a:lnTo>
                  <a:close/>
                </a:path>
                <a:path w="4410075" h="2695575">
                  <a:moveTo>
                    <a:pt x="2927896" y="0"/>
                  </a:moveTo>
                  <a:lnTo>
                    <a:pt x="2899537" y="0"/>
                  </a:lnTo>
                  <a:lnTo>
                    <a:pt x="2899537" y="9525"/>
                  </a:lnTo>
                  <a:lnTo>
                    <a:pt x="2927896" y="9525"/>
                  </a:lnTo>
                  <a:lnTo>
                    <a:pt x="2927896" y="0"/>
                  </a:lnTo>
                  <a:close/>
                </a:path>
                <a:path w="4410075" h="2695575">
                  <a:moveTo>
                    <a:pt x="2984589" y="2686050"/>
                  </a:moveTo>
                  <a:lnTo>
                    <a:pt x="2956242" y="2686050"/>
                  </a:lnTo>
                  <a:lnTo>
                    <a:pt x="2956242" y="2695575"/>
                  </a:lnTo>
                  <a:lnTo>
                    <a:pt x="2984589" y="2695575"/>
                  </a:lnTo>
                  <a:lnTo>
                    <a:pt x="2984589" y="2686050"/>
                  </a:lnTo>
                  <a:close/>
                </a:path>
                <a:path w="4410075" h="2695575">
                  <a:moveTo>
                    <a:pt x="2984589" y="0"/>
                  </a:moveTo>
                  <a:lnTo>
                    <a:pt x="2956242" y="0"/>
                  </a:lnTo>
                  <a:lnTo>
                    <a:pt x="2956242" y="9525"/>
                  </a:lnTo>
                  <a:lnTo>
                    <a:pt x="2984589" y="9525"/>
                  </a:lnTo>
                  <a:lnTo>
                    <a:pt x="2984589" y="0"/>
                  </a:lnTo>
                  <a:close/>
                </a:path>
                <a:path w="4410075" h="2695575">
                  <a:moveTo>
                    <a:pt x="3041281" y="2686050"/>
                  </a:moveTo>
                  <a:lnTo>
                    <a:pt x="3012935" y="2686050"/>
                  </a:lnTo>
                  <a:lnTo>
                    <a:pt x="3012935" y="2695575"/>
                  </a:lnTo>
                  <a:lnTo>
                    <a:pt x="3041281" y="2695575"/>
                  </a:lnTo>
                  <a:lnTo>
                    <a:pt x="3041281" y="2686050"/>
                  </a:lnTo>
                  <a:close/>
                </a:path>
                <a:path w="4410075" h="2695575">
                  <a:moveTo>
                    <a:pt x="3041281" y="0"/>
                  </a:moveTo>
                  <a:lnTo>
                    <a:pt x="3012935" y="0"/>
                  </a:lnTo>
                  <a:lnTo>
                    <a:pt x="3012935" y="9525"/>
                  </a:lnTo>
                  <a:lnTo>
                    <a:pt x="3041281" y="9525"/>
                  </a:lnTo>
                  <a:lnTo>
                    <a:pt x="3041281" y="0"/>
                  </a:lnTo>
                  <a:close/>
                </a:path>
                <a:path w="4410075" h="2695575">
                  <a:moveTo>
                    <a:pt x="3097987" y="2686050"/>
                  </a:moveTo>
                  <a:lnTo>
                    <a:pt x="3069640" y="2686050"/>
                  </a:lnTo>
                  <a:lnTo>
                    <a:pt x="3069640" y="2695575"/>
                  </a:lnTo>
                  <a:lnTo>
                    <a:pt x="3097987" y="2695575"/>
                  </a:lnTo>
                  <a:lnTo>
                    <a:pt x="3097987" y="2686050"/>
                  </a:lnTo>
                  <a:close/>
                </a:path>
                <a:path w="4410075" h="2695575">
                  <a:moveTo>
                    <a:pt x="3097987" y="0"/>
                  </a:moveTo>
                  <a:lnTo>
                    <a:pt x="3069640" y="0"/>
                  </a:lnTo>
                  <a:lnTo>
                    <a:pt x="3069640" y="9525"/>
                  </a:lnTo>
                  <a:lnTo>
                    <a:pt x="3097987" y="9525"/>
                  </a:lnTo>
                  <a:lnTo>
                    <a:pt x="3097987" y="0"/>
                  </a:lnTo>
                  <a:close/>
                </a:path>
                <a:path w="4410075" h="2695575">
                  <a:moveTo>
                    <a:pt x="3154680" y="2686050"/>
                  </a:moveTo>
                  <a:lnTo>
                    <a:pt x="3126333" y="2686050"/>
                  </a:lnTo>
                  <a:lnTo>
                    <a:pt x="3126333" y="2695575"/>
                  </a:lnTo>
                  <a:lnTo>
                    <a:pt x="3154680" y="2695575"/>
                  </a:lnTo>
                  <a:lnTo>
                    <a:pt x="3154680" y="2686050"/>
                  </a:lnTo>
                  <a:close/>
                </a:path>
                <a:path w="4410075" h="2695575">
                  <a:moveTo>
                    <a:pt x="3154680" y="0"/>
                  </a:moveTo>
                  <a:lnTo>
                    <a:pt x="3126333" y="0"/>
                  </a:lnTo>
                  <a:lnTo>
                    <a:pt x="3126333" y="9525"/>
                  </a:lnTo>
                  <a:lnTo>
                    <a:pt x="3154680" y="9525"/>
                  </a:lnTo>
                  <a:lnTo>
                    <a:pt x="3154680" y="0"/>
                  </a:lnTo>
                  <a:close/>
                </a:path>
                <a:path w="4410075" h="2695575">
                  <a:moveTo>
                    <a:pt x="3211385" y="2686050"/>
                  </a:moveTo>
                  <a:lnTo>
                    <a:pt x="3183026" y="2686050"/>
                  </a:lnTo>
                  <a:lnTo>
                    <a:pt x="3183026" y="2695575"/>
                  </a:lnTo>
                  <a:lnTo>
                    <a:pt x="3211385" y="2695575"/>
                  </a:lnTo>
                  <a:lnTo>
                    <a:pt x="3211385" y="2686050"/>
                  </a:lnTo>
                  <a:close/>
                </a:path>
                <a:path w="4410075" h="2695575">
                  <a:moveTo>
                    <a:pt x="3211385" y="0"/>
                  </a:moveTo>
                  <a:lnTo>
                    <a:pt x="3183026" y="0"/>
                  </a:lnTo>
                  <a:lnTo>
                    <a:pt x="3183026" y="9525"/>
                  </a:lnTo>
                  <a:lnTo>
                    <a:pt x="3211385" y="9525"/>
                  </a:lnTo>
                  <a:lnTo>
                    <a:pt x="3211385" y="0"/>
                  </a:lnTo>
                  <a:close/>
                </a:path>
                <a:path w="4410075" h="2695575">
                  <a:moveTo>
                    <a:pt x="3268078" y="2686050"/>
                  </a:moveTo>
                  <a:lnTo>
                    <a:pt x="3239732" y="2686050"/>
                  </a:lnTo>
                  <a:lnTo>
                    <a:pt x="3239732" y="2695575"/>
                  </a:lnTo>
                  <a:lnTo>
                    <a:pt x="3268078" y="2695575"/>
                  </a:lnTo>
                  <a:lnTo>
                    <a:pt x="3268078" y="2686050"/>
                  </a:lnTo>
                  <a:close/>
                </a:path>
                <a:path w="4410075" h="2695575">
                  <a:moveTo>
                    <a:pt x="3268078" y="0"/>
                  </a:moveTo>
                  <a:lnTo>
                    <a:pt x="3239732" y="0"/>
                  </a:lnTo>
                  <a:lnTo>
                    <a:pt x="3239732" y="9525"/>
                  </a:lnTo>
                  <a:lnTo>
                    <a:pt x="3268078" y="9525"/>
                  </a:lnTo>
                  <a:lnTo>
                    <a:pt x="3268078" y="0"/>
                  </a:lnTo>
                  <a:close/>
                </a:path>
                <a:path w="4410075" h="2695575">
                  <a:moveTo>
                    <a:pt x="3324771" y="2686050"/>
                  </a:moveTo>
                  <a:lnTo>
                    <a:pt x="3296424" y="2686050"/>
                  </a:lnTo>
                  <a:lnTo>
                    <a:pt x="3296424" y="2695575"/>
                  </a:lnTo>
                  <a:lnTo>
                    <a:pt x="3324771" y="2695575"/>
                  </a:lnTo>
                  <a:lnTo>
                    <a:pt x="3324771" y="2686050"/>
                  </a:lnTo>
                  <a:close/>
                </a:path>
                <a:path w="4410075" h="2695575">
                  <a:moveTo>
                    <a:pt x="3324771" y="0"/>
                  </a:moveTo>
                  <a:lnTo>
                    <a:pt x="3296424" y="0"/>
                  </a:lnTo>
                  <a:lnTo>
                    <a:pt x="3296424" y="9525"/>
                  </a:lnTo>
                  <a:lnTo>
                    <a:pt x="3324771" y="9525"/>
                  </a:lnTo>
                  <a:lnTo>
                    <a:pt x="3324771" y="0"/>
                  </a:lnTo>
                  <a:close/>
                </a:path>
                <a:path w="4410075" h="2695575">
                  <a:moveTo>
                    <a:pt x="3381476" y="2686050"/>
                  </a:moveTo>
                  <a:lnTo>
                    <a:pt x="3353130" y="2686050"/>
                  </a:lnTo>
                  <a:lnTo>
                    <a:pt x="3353130" y="2695575"/>
                  </a:lnTo>
                  <a:lnTo>
                    <a:pt x="3381476" y="2695575"/>
                  </a:lnTo>
                  <a:lnTo>
                    <a:pt x="3381476" y="2686050"/>
                  </a:lnTo>
                  <a:close/>
                </a:path>
                <a:path w="4410075" h="2695575">
                  <a:moveTo>
                    <a:pt x="3381476" y="0"/>
                  </a:moveTo>
                  <a:lnTo>
                    <a:pt x="3353130" y="0"/>
                  </a:lnTo>
                  <a:lnTo>
                    <a:pt x="3353130" y="9525"/>
                  </a:lnTo>
                  <a:lnTo>
                    <a:pt x="3381476" y="9525"/>
                  </a:lnTo>
                  <a:lnTo>
                    <a:pt x="3381476" y="0"/>
                  </a:lnTo>
                  <a:close/>
                </a:path>
                <a:path w="4410075" h="2695575">
                  <a:moveTo>
                    <a:pt x="3438169" y="2686050"/>
                  </a:moveTo>
                  <a:lnTo>
                    <a:pt x="3409823" y="2686050"/>
                  </a:lnTo>
                  <a:lnTo>
                    <a:pt x="3409823" y="2695575"/>
                  </a:lnTo>
                  <a:lnTo>
                    <a:pt x="3438169" y="2695575"/>
                  </a:lnTo>
                  <a:lnTo>
                    <a:pt x="3438169" y="2686050"/>
                  </a:lnTo>
                  <a:close/>
                </a:path>
                <a:path w="4410075" h="2695575">
                  <a:moveTo>
                    <a:pt x="3438169" y="0"/>
                  </a:moveTo>
                  <a:lnTo>
                    <a:pt x="3409823" y="0"/>
                  </a:lnTo>
                  <a:lnTo>
                    <a:pt x="3409823" y="9525"/>
                  </a:lnTo>
                  <a:lnTo>
                    <a:pt x="3438169" y="9525"/>
                  </a:lnTo>
                  <a:lnTo>
                    <a:pt x="3438169" y="0"/>
                  </a:lnTo>
                  <a:close/>
                </a:path>
                <a:path w="4410075" h="2695575">
                  <a:moveTo>
                    <a:pt x="3494862" y="2686050"/>
                  </a:moveTo>
                  <a:lnTo>
                    <a:pt x="3466515" y="2686050"/>
                  </a:lnTo>
                  <a:lnTo>
                    <a:pt x="3466515" y="2695575"/>
                  </a:lnTo>
                  <a:lnTo>
                    <a:pt x="3494862" y="2695575"/>
                  </a:lnTo>
                  <a:lnTo>
                    <a:pt x="3494862" y="2686050"/>
                  </a:lnTo>
                  <a:close/>
                </a:path>
                <a:path w="4410075" h="2695575">
                  <a:moveTo>
                    <a:pt x="3494862" y="0"/>
                  </a:moveTo>
                  <a:lnTo>
                    <a:pt x="3466515" y="0"/>
                  </a:lnTo>
                  <a:lnTo>
                    <a:pt x="3466515" y="9525"/>
                  </a:lnTo>
                  <a:lnTo>
                    <a:pt x="3494862" y="9525"/>
                  </a:lnTo>
                  <a:lnTo>
                    <a:pt x="3494862" y="0"/>
                  </a:lnTo>
                  <a:close/>
                </a:path>
                <a:path w="4410075" h="2695575">
                  <a:moveTo>
                    <a:pt x="3551567" y="2686050"/>
                  </a:moveTo>
                  <a:lnTo>
                    <a:pt x="3523221" y="2686050"/>
                  </a:lnTo>
                  <a:lnTo>
                    <a:pt x="3523221" y="2695575"/>
                  </a:lnTo>
                  <a:lnTo>
                    <a:pt x="3551567" y="2695575"/>
                  </a:lnTo>
                  <a:lnTo>
                    <a:pt x="3551567" y="2686050"/>
                  </a:lnTo>
                  <a:close/>
                </a:path>
                <a:path w="4410075" h="2695575">
                  <a:moveTo>
                    <a:pt x="3551567" y="0"/>
                  </a:moveTo>
                  <a:lnTo>
                    <a:pt x="3523221" y="0"/>
                  </a:lnTo>
                  <a:lnTo>
                    <a:pt x="3523221" y="9525"/>
                  </a:lnTo>
                  <a:lnTo>
                    <a:pt x="3551567" y="9525"/>
                  </a:lnTo>
                  <a:lnTo>
                    <a:pt x="3551567" y="0"/>
                  </a:lnTo>
                  <a:close/>
                </a:path>
                <a:path w="4410075" h="2695575">
                  <a:moveTo>
                    <a:pt x="3608260" y="2686050"/>
                  </a:moveTo>
                  <a:lnTo>
                    <a:pt x="3579914" y="2686050"/>
                  </a:lnTo>
                  <a:lnTo>
                    <a:pt x="3579914" y="2695575"/>
                  </a:lnTo>
                  <a:lnTo>
                    <a:pt x="3608260" y="2695575"/>
                  </a:lnTo>
                  <a:lnTo>
                    <a:pt x="3608260" y="2686050"/>
                  </a:lnTo>
                  <a:close/>
                </a:path>
                <a:path w="4410075" h="2695575">
                  <a:moveTo>
                    <a:pt x="3608260" y="0"/>
                  </a:moveTo>
                  <a:lnTo>
                    <a:pt x="3579914" y="0"/>
                  </a:lnTo>
                  <a:lnTo>
                    <a:pt x="3579914" y="9525"/>
                  </a:lnTo>
                  <a:lnTo>
                    <a:pt x="3608260" y="9525"/>
                  </a:lnTo>
                  <a:lnTo>
                    <a:pt x="3608260" y="0"/>
                  </a:lnTo>
                  <a:close/>
                </a:path>
                <a:path w="4410075" h="2695575">
                  <a:moveTo>
                    <a:pt x="3664966" y="2686050"/>
                  </a:moveTo>
                  <a:lnTo>
                    <a:pt x="3636607" y="2686050"/>
                  </a:lnTo>
                  <a:lnTo>
                    <a:pt x="3636607" y="2695575"/>
                  </a:lnTo>
                  <a:lnTo>
                    <a:pt x="3664966" y="2695575"/>
                  </a:lnTo>
                  <a:lnTo>
                    <a:pt x="3664966" y="2686050"/>
                  </a:lnTo>
                  <a:close/>
                </a:path>
                <a:path w="4410075" h="2695575">
                  <a:moveTo>
                    <a:pt x="3664966" y="0"/>
                  </a:moveTo>
                  <a:lnTo>
                    <a:pt x="3636607" y="0"/>
                  </a:lnTo>
                  <a:lnTo>
                    <a:pt x="3636607" y="9525"/>
                  </a:lnTo>
                  <a:lnTo>
                    <a:pt x="3664966" y="9525"/>
                  </a:lnTo>
                  <a:lnTo>
                    <a:pt x="3664966" y="0"/>
                  </a:lnTo>
                  <a:close/>
                </a:path>
                <a:path w="4410075" h="2695575">
                  <a:moveTo>
                    <a:pt x="3721658" y="2686050"/>
                  </a:moveTo>
                  <a:lnTo>
                    <a:pt x="3693312" y="2686050"/>
                  </a:lnTo>
                  <a:lnTo>
                    <a:pt x="3693312" y="2695575"/>
                  </a:lnTo>
                  <a:lnTo>
                    <a:pt x="3721658" y="2695575"/>
                  </a:lnTo>
                  <a:lnTo>
                    <a:pt x="3721658" y="2686050"/>
                  </a:lnTo>
                  <a:close/>
                </a:path>
                <a:path w="4410075" h="2695575">
                  <a:moveTo>
                    <a:pt x="3721658" y="0"/>
                  </a:moveTo>
                  <a:lnTo>
                    <a:pt x="3693312" y="0"/>
                  </a:lnTo>
                  <a:lnTo>
                    <a:pt x="3693312" y="9525"/>
                  </a:lnTo>
                  <a:lnTo>
                    <a:pt x="3721658" y="9525"/>
                  </a:lnTo>
                  <a:lnTo>
                    <a:pt x="3721658" y="0"/>
                  </a:lnTo>
                  <a:close/>
                </a:path>
                <a:path w="4410075" h="2695575">
                  <a:moveTo>
                    <a:pt x="3778351" y="2686050"/>
                  </a:moveTo>
                  <a:lnTo>
                    <a:pt x="3750005" y="2686050"/>
                  </a:lnTo>
                  <a:lnTo>
                    <a:pt x="3750005" y="2695575"/>
                  </a:lnTo>
                  <a:lnTo>
                    <a:pt x="3778351" y="2695575"/>
                  </a:lnTo>
                  <a:lnTo>
                    <a:pt x="3778351" y="2686050"/>
                  </a:lnTo>
                  <a:close/>
                </a:path>
                <a:path w="4410075" h="2695575">
                  <a:moveTo>
                    <a:pt x="3778351" y="0"/>
                  </a:moveTo>
                  <a:lnTo>
                    <a:pt x="3750005" y="0"/>
                  </a:lnTo>
                  <a:lnTo>
                    <a:pt x="3750005" y="9525"/>
                  </a:lnTo>
                  <a:lnTo>
                    <a:pt x="3778351" y="9525"/>
                  </a:lnTo>
                  <a:lnTo>
                    <a:pt x="3778351" y="0"/>
                  </a:lnTo>
                  <a:close/>
                </a:path>
                <a:path w="4410075" h="2695575">
                  <a:moveTo>
                    <a:pt x="3835057" y="2686050"/>
                  </a:moveTo>
                  <a:lnTo>
                    <a:pt x="3806710" y="2686050"/>
                  </a:lnTo>
                  <a:lnTo>
                    <a:pt x="3806710" y="2695575"/>
                  </a:lnTo>
                  <a:lnTo>
                    <a:pt x="3835057" y="2695575"/>
                  </a:lnTo>
                  <a:lnTo>
                    <a:pt x="3835057" y="2686050"/>
                  </a:lnTo>
                  <a:close/>
                </a:path>
                <a:path w="4410075" h="2695575">
                  <a:moveTo>
                    <a:pt x="3835057" y="0"/>
                  </a:moveTo>
                  <a:lnTo>
                    <a:pt x="3806710" y="0"/>
                  </a:lnTo>
                  <a:lnTo>
                    <a:pt x="3806710" y="9525"/>
                  </a:lnTo>
                  <a:lnTo>
                    <a:pt x="3835057" y="9525"/>
                  </a:lnTo>
                  <a:lnTo>
                    <a:pt x="3835057" y="0"/>
                  </a:lnTo>
                  <a:close/>
                </a:path>
                <a:path w="4410075" h="2695575">
                  <a:moveTo>
                    <a:pt x="3891750" y="2686050"/>
                  </a:moveTo>
                  <a:lnTo>
                    <a:pt x="3863403" y="2686050"/>
                  </a:lnTo>
                  <a:lnTo>
                    <a:pt x="3863403" y="2695575"/>
                  </a:lnTo>
                  <a:lnTo>
                    <a:pt x="3891750" y="2695575"/>
                  </a:lnTo>
                  <a:lnTo>
                    <a:pt x="3891750" y="2686050"/>
                  </a:lnTo>
                  <a:close/>
                </a:path>
                <a:path w="4410075" h="2695575">
                  <a:moveTo>
                    <a:pt x="3891750" y="0"/>
                  </a:moveTo>
                  <a:lnTo>
                    <a:pt x="3863403" y="0"/>
                  </a:lnTo>
                  <a:lnTo>
                    <a:pt x="3863403" y="9525"/>
                  </a:lnTo>
                  <a:lnTo>
                    <a:pt x="3891750" y="9525"/>
                  </a:lnTo>
                  <a:lnTo>
                    <a:pt x="3891750" y="0"/>
                  </a:lnTo>
                  <a:close/>
                </a:path>
                <a:path w="4410075" h="2695575">
                  <a:moveTo>
                    <a:pt x="3948455" y="2686050"/>
                  </a:moveTo>
                  <a:lnTo>
                    <a:pt x="3920096" y="2686050"/>
                  </a:lnTo>
                  <a:lnTo>
                    <a:pt x="3920096" y="2695575"/>
                  </a:lnTo>
                  <a:lnTo>
                    <a:pt x="3948455" y="2695575"/>
                  </a:lnTo>
                  <a:lnTo>
                    <a:pt x="3948455" y="2686050"/>
                  </a:lnTo>
                  <a:close/>
                </a:path>
                <a:path w="4410075" h="2695575">
                  <a:moveTo>
                    <a:pt x="3948455" y="0"/>
                  </a:moveTo>
                  <a:lnTo>
                    <a:pt x="3920096" y="0"/>
                  </a:lnTo>
                  <a:lnTo>
                    <a:pt x="3920096" y="9525"/>
                  </a:lnTo>
                  <a:lnTo>
                    <a:pt x="3948455" y="9525"/>
                  </a:lnTo>
                  <a:lnTo>
                    <a:pt x="3948455" y="0"/>
                  </a:lnTo>
                  <a:close/>
                </a:path>
                <a:path w="4410075" h="2695575">
                  <a:moveTo>
                    <a:pt x="4005148" y="2686050"/>
                  </a:moveTo>
                  <a:lnTo>
                    <a:pt x="3976801" y="2686050"/>
                  </a:lnTo>
                  <a:lnTo>
                    <a:pt x="3976801" y="2695575"/>
                  </a:lnTo>
                  <a:lnTo>
                    <a:pt x="4005148" y="2695575"/>
                  </a:lnTo>
                  <a:lnTo>
                    <a:pt x="4005148" y="2686050"/>
                  </a:lnTo>
                  <a:close/>
                </a:path>
                <a:path w="4410075" h="2695575">
                  <a:moveTo>
                    <a:pt x="4005148" y="0"/>
                  </a:moveTo>
                  <a:lnTo>
                    <a:pt x="3976801" y="0"/>
                  </a:lnTo>
                  <a:lnTo>
                    <a:pt x="3976801" y="9525"/>
                  </a:lnTo>
                  <a:lnTo>
                    <a:pt x="4005148" y="9525"/>
                  </a:lnTo>
                  <a:lnTo>
                    <a:pt x="4005148" y="0"/>
                  </a:lnTo>
                  <a:close/>
                </a:path>
                <a:path w="4410075" h="2695575">
                  <a:moveTo>
                    <a:pt x="4061841" y="2686050"/>
                  </a:moveTo>
                  <a:lnTo>
                    <a:pt x="4033494" y="2686050"/>
                  </a:lnTo>
                  <a:lnTo>
                    <a:pt x="4033494" y="2695575"/>
                  </a:lnTo>
                  <a:lnTo>
                    <a:pt x="4061841" y="2695575"/>
                  </a:lnTo>
                  <a:lnTo>
                    <a:pt x="4061841" y="2686050"/>
                  </a:lnTo>
                  <a:close/>
                </a:path>
                <a:path w="4410075" h="2695575">
                  <a:moveTo>
                    <a:pt x="4061841" y="0"/>
                  </a:moveTo>
                  <a:lnTo>
                    <a:pt x="4033494" y="0"/>
                  </a:lnTo>
                  <a:lnTo>
                    <a:pt x="4033494" y="9525"/>
                  </a:lnTo>
                  <a:lnTo>
                    <a:pt x="4061841" y="9525"/>
                  </a:lnTo>
                  <a:lnTo>
                    <a:pt x="4061841" y="0"/>
                  </a:lnTo>
                  <a:close/>
                </a:path>
                <a:path w="4410075" h="2695575">
                  <a:moveTo>
                    <a:pt x="4118546" y="2686050"/>
                  </a:moveTo>
                  <a:lnTo>
                    <a:pt x="4090200" y="2686050"/>
                  </a:lnTo>
                  <a:lnTo>
                    <a:pt x="4090200" y="2695575"/>
                  </a:lnTo>
                  <a:lnTo>
                    <a:pt x="4118546" y="2695575"/>
                  </a:lnTo>
                  <a:lnTo>
                    <a:pt x="4118546" y="2686050"/>
                  </a:lnTo>
                  <a:close/>
                </a:path>
                <a:path w="4410075" h="2695575">
                  <a:moveTo>
                    <a:pt x="4118546" y="0"/>
                  </a:moveTo>
                  <a:lnTo>
                    <a:pt x="4090200" y="0"/>
                  </a:lnTo>
                  <a:lnTo>
                    <a:pt x="4090200" y="9525"/>
                  </a:lnTo>
                  <a:lnTo>
                    <a:pt x="4118546" y="9525"/>
                  </a:lnTo>
                  <a:lnTo>
                    <a:pt x="4118546" y="0"/>
                  </a:lnTo>
                  <a:close/>
                </a:path>
                <a:path w="4410075" h="2695575">
                  <a:moveTo>
                    <a:pt x="4175239" y="2686050"/>
                  </a:moveTo>
                  <a:lnTo>
                    <a:pt x="4146893" y="2686050"/>
                  </a:lnTo>
                  <a:lnTo>
                    <a:pt x="4146893" y="2695575"/>
                  </a:lnTo>
                  <a:lnTo>
                    <a:pt x="4175239" y="2695575"/>
                  </a:lnTo>
                  <a:lnTo>
                    <a:pt x="4175239" y="2686050"/>
                  </a:lnTo>
                  <a:close/>
                </a:path>
                <a:path w="4410075" h="2695575">
                  <a:moveTo>
                    <a:pt x="4175239" y="0"/>
                  </a:moveTo>
                  <a:lnTo>
                    <a:pt x="4146893" y="0"/>
                  </a:lnTo>
                  <a:lnTo>
                    <a:pt x="4146893" y="9525"/>
                  </a:lnTo>
                  <a:lnTo>
                    <a:pt x="4175239" y="9525"/>
                  </a:lnTo>
                  <a:lnTo>
                    <a:pt x="4175239" y="0"/>
                  </a:lnTo>
                  <a:close/>
                </a:path>
                <a:path w="4410075" h="2695575">
                  <a:moveTo>
                    <a:pt x="4231945" y="2686050"/>
                  </a:moveTo>
                  <a:lnTo>
                    <a:pt x="4203585" y="2686050"/>
                  </a:lnTo>
                  <a:lnTo>
                    <a:pt x="4203585" y="2695575"/>
                  </a:lnTo>
                  <a:lnTo>
                    <a:pt x="4231945" y="2695575"/>
                  </a:lnTo>
                  <a:lnTo>
                    <a:pt x="4231945" y="2686050"/>
                  </a:lnTo>
                  <a:close/>
                </a:path>
                <a:path w="4410075" h="2695575">
                  <a:moveTo>
                    <a:pt x="4231945" y="0"/>
                  </a:moveTo>
                  <a:lnTo>
                    <a:pt x="4203585" y="0"/>
                  </a:lnTo>
                  <a:lnTo>
                    <a:pt x="4203585" y="9525"/>
                  </a:lnTo>
                  <a:lnTo>
                    <a:pt x="4231945" y="9525"/>
                  </a:lnTo>
                  <a:lnTo>
                    <a:pt x="4231945" y="0"/>
                  </a:lnTo>
                  <a:close/>
                </a:path>
                <a:path w="4410075" h="2695575">
                  <a:moveTo>
                    <a:pt x="4288637" y="2686050"/>
                  </a:moveTo>
                  <a:lnTo>
                    <a:pt x="4260291" y="2686050"/>
                  </a:lnTo>
                  <a:lnTo>
                    <a:pt x="4260291" y="2695575"/>
                  </a:lnTo>
                  <a:lnTo>
                    <a:pt x="4288637" y="2695575"/>
                  </a:lnTo>
                  <a:lnTo>
                    <a:pt x="4288637" y="2686050"/>
                  </a:lnTo>
                  <a:close/>
                </a:path>
                <a:path w="4410075" h="2695575">
                  <a:moveTo>
                    <a:pt x="4288637" y="0"/>
                  </a:moveTo>
                  <a:lnTo>
                    <a:pt x="4260291" y="0"/>
                  </a:lnTo>
                  <a:lnTo>
                    <a:pt x="4260291" y="9525"/>
                  </a:lnTo>
                  <a:lnTo>
                    <a:pt x="4288637" y="9525"/>
                  </a:lnTo>
                  <a:lnTo>
                    <a:pt x="4288637" y="0"/>
                  </a:lnTo>
                  <a:close/>
                </a:path>
                <a:path w="4410075" h="2695575">
                  <a:moveTo>
                    <a:pt x="4345914" y="2691130"/>
                  </a:moveTo>
                  <a:lnTo>
                    <a:pt x="4343514" y="2682113"/>
                  </a:lnTo>
                  <a:lnTo>
                    <a:pt x="4324274" y="2686050"/>
                  </a:lnTo>
                  <a:lnTo>
                    <a:pt x="4316984" y="2686050"/>
                  </a:lnTo>
                  <a:lnTo>
                    <a:pt x="4316984" y="2695575"/>
                  </a:lnTo>
                  <a:lnTo>
                    <a:pt x="4324274" y="2695575"/>
                  </a:lnTo>
                  <a:lnTo>
                    <a:pt x="4345914" y="2691130"/>
                  </a:lnTo>
                  <a:close/>
                </a:path>
                <a:path w="4410075" h="2695575">
                  <a:moveTo>
                    <a:pt x="4345914" y="4318"/>
                  </a:moveTo>
                  <a:lnTo>
                    <a:pt x="4324274" y="0"/>
                  </a:lnTo>
                  <a:lnTo>
                    <a:pt x="4316984" y="0"/>
                  </a:lnTo>
                  <a:lnTo>
                    <a:pt x="4316984" y="9525"/>
                  </a:lnTo>
                  <a:lnTo>
                    <a:pt x="4324274" y="9525"/>
                  </a:lnTo>
                  <a:lnTo>
                    <a:pt x="4343539" y="13335"/>
                  </a:lnTo>
                  <a:lnTo>
                    <a:pt x="4345914" y="4318"/>
                  </a:lnTo>
                  <a:close/>
                </a:path>
                <a:path w="4410075" h="2695575">
                  <a:moveTo>
                    <a:pt x="4384814" y="25146"/>
                  </a:moveTo>
                  <a:lnTo>
                    <a:pt x="4372457" y="16764"/>
                  </a:lnTo>
                  <a:lnTo>
                    <a:pt x="4367136" y="24384"/>
                  </a:lnTo>
                  <a:lnTo>
                    <a:pt x="4368216" y="25146"/>
                  </a:lnTo>
                  <a:lnTo>
                    <a:pt x="4378083" y="31877"/>
                  </a:lnTo>
                  <a:lnTo>
                    <a:pt x="4384814" y="25146"/>
                  </a:lnTo>
                  <a:close/>
                </a:path>
                <a:path w="4410075" h="2695575">
                  <a:moveTo>
                    <a:pt x="4393120" y="2658097"/>
                  </a:moveTo>
                  <a:lnTo>
                    <a:pt x="4385475" y="2652738"/>
                  </a:lnTo>
                  <a:lnTo>
                    <a:pt x="4378109" y="2663609"/>
                  </a:lnTo>
                  <a:lnTo>
                    <a:pt x="4367111" y="2671051"/>
                  </a:lnTo>
                  <a:lnTo>
                    <a:pt x="4372457" y="2678684"/>
                  </a:lnTo>
                  <a:lnTo>
                    <a:pt x="4384751" y="2670340"/>
                  </a:lnTo>
                  <a:lnTo>
                    <a:pt x="4393120" y="2658097"/>
                  </a:lnTo>
                  <a:close/>
                </a:path>
                <a:path w="4410075" h="2695575">
                  <a:moveTo>
                    <a:pt x="4393120" y="37477"/>
                  </a:moveTo>
                  <a:lnTo>
                    <a:pt x="4384814" y="25184"/>
                  </a:lnTo>
                  <a:lnTo>
                    <a:pt x="4378083" y="31902"/>
                  </a:lnTo>
                  <a:lnTo>
                    <a:pt x="4385475" y="42837"/>
                  </a:lnTo>
                  <a:lnTo>
                    <a:pt x="4393120" y="37477"/>
                  </a:lnTo>
                  <a:close/>
                </a:path>
                <a:path w="4410075" h="2695575">
                  <a:moveTo>
                    <a:pt x="4409999" y="2602928"/>
                  </a:moveTo>
                  <a:lnTo>
                    <a:pt x="4400474" y="2602928"/>
                  </a:lnTo>
                  <a:lnTo>
                    <a:pt x="4400474" y="2609850"/>
                  </a:lnTo>
                  <a:lnTo>
                    <a:pt x="4396524" y="2629293"/>
                  </a:lnTo>
                  <a:lnTo>
                    <a:pt x="4405554" y="2631719"/>
                  </a:lnTo>
                  <a:lnTo>
                    <a:pt x="4409999" y="2609850"/>
                  </a:lnTo>
                  <a:lnTo>
                    <a:pt x="4409999" y="2602928"/>
                  </a:lnTo>
                  <a:close/>
                </a:path>
                <a:path w="4410075" h="2695575">
                  <a:moveTo>
                    <a:pt x="4409999" y="2546515"/>
                  </a:moveTo>
                  <a:lnTo>
                    <a:pt x="4400474" y="2546515"/>
                  </a:lnTo>
                  <a:lnTo>
                    <a:pt x="4400474" y="2574721"/>
                  </a:lnTo>
                  <a:lnTo>
                    <a:pt x="4409999" y="2574721"/>
                  </a:lnTo>
                  <a:lnTo>
                    <a:pt x="4409999" y="2546515"/>
                  </a:lnTo>
                  <a:close/>
                </a:path>
                <a:path w="4410075" h="2695575">
                  <a:moveTo>
                    <a:pt x="4409999" y="2490101"/>
                  </a:moveTo>
                  <a:lnTo>
                    <a:pt x="4400474" y="2490101"/>
                  </a:lnTo>
                  <a:lnTo>
                    <a:pt x="4400474" y="2518308"/>
                  </a:lnTo>
                  <a:lnTo>
                    <a:pt x="4409999" y="2518308"/>
                  </a:lnTo>
                  <a:lnTo>
                    <a:pt x="4409999" y="2490101"/>
                  </a:lnTo>
                  <a:close/>
                </a:path>
                <a:path w="4410075" h="2695575">
                  <a:moveTo>
                    <a:pt x="4409999" y="2433688"/>
                  </a:moveTo>
                  <a:lnTo>
                    <a:pt x="4400474" y="2433688"/>
                  </a:lnTo>
                  <a:lnTo>
                    <a:pt x="4400474" y="2461895"/>
                  </a:lnTo>
                  <a:lnTo>
                    <a:pt x="4409999" y="2461895"/>
                  </a:lnTo>
                  <a:lnTo>
                    <a:pt x="4409999" y="2433688"/>
                  </a:lnTo>
                  <a:close/>
                </a:path>
                <a:path w="4410075" h="2695575">
                  <a:moveTo>
                    <a:pt x="4409999" y="2377287"/>
                  </a:moveTo>
                  <a:lnTo>
                    <a:pt x="4400474" y="2377287"/>
                  </a:lnTo>
                  <a:lnTo>
                    <a:pt x="4400474" y="2405481"/>
                  </a:lnTo>
                  <a:lnTo>
                    <a:pt x="4409999" y="2405481"/>
                  </a:lnTo>
                  <a:lnTo>
                    <a:pt x="4409999" y="2377287"/>
                  </a:lnTo>
                  <a:close/>
                </a:path>
                <a:path w="4410075" h="2695575">
                  <a:moveTo>
                    <a:pt x="4409999" y="2320874"/>
                  </a:moveTo>
                  <a:lnTo>
                    <a:pt x="4400474" y="2320874"/>
                  </a:lnTo>
                  <a:lnTo>
                    <a:pt x="4400474" y="2349081"/>
                  </a:lnTo>
                  <a:lnTo>
                    <a:pt x="4409999" y="2349081"/>
                  </a:lnTo>
                  <a:lnTo>
                    <a:pt x="4409999" y="2320874"/>
                  </a:lnTo>
                  <a:close/>
                </a:path>
                <a:path w="4410075" h="2695575">
                  <a:moveTo>
                    <a:pt x="4409999" y="2264460"/>
                  </a:moveTo>
                  <a:lnTo>
                    <a:pt x="4400474" y="2264460"/>
                  </a:lnTo>
                  <a:lnTo>
                    <a:pt x="4400474" y="2292667"/>
                  </a:lnTo>
                  <a:lnTo>
                    <a:pt x="4409999" y="2292667"/>
                  </a:lnTo>
                  <a:lnTo>
                    <a:pt x="4409999" y="2264460"/>
                  </a:lnTo>
                  <a:close/>
                </a:path>
                <a:path w="4410075" h="2695575">
                  <a:moveTo>
                    <a:pt x="4409999" y="2208047"/>
                  </a:moveTo>
                  <a:lnTo>
                    <a:pt x="4400474" y="2208047"/>
                  </a:lnTo>
                  <a:lnTo>
                    <a:pt x="4400474" y="2236254"/>
                  </a:lnTo>
                  <a:lnTo>
                    <a:pt x="4409999" y="2236254"/>
                  </a:lnTo>
                  <a:lnTo>
                    <a:pt x="4409999" y="2208047"/>
                  </a:lnTo>
                  <a:close/>
                </a:path>
                <a:path w="4410075" h="2695575">
                  <a:moveTo>
                    <a:pt x="4409999" y="2151634"/>
                  </a:moveTo>
                  <a:lnTo>
                    <a:pt x="4400474" y="2151634"/>
                  </a:lnTo>
                  <a:lnTo>
                    <a:pt x="4400474" y="2179840"/>
                  </a:lnTo>
                  <a:lnTo>
                    <a:pt x="4409999" y="2179840"/>
                  </a:lnTo>
                  <a:lnTo>
                    <a:pt x="4409999" y="2151634"/>
                  </a:lnTo>
                  <a:close/>
                </a:path>
                <a:path w="4410075" h="2695575">
                  <a:moveTo>
                    <a:pt x="4409999" y="2095233"/>
                  </a:moveTo>
                  <a:lnTo>
                    <a:pt x="4400474" y="2095233"/>
                  </a:lnTo>
                  <a:lnTo>
                    <a:pt x="4400474" y="2123427"/>
                  </a:lnTo>
                  <a:lnTo>
                    <a:pt x="4409999" y="2123427"/>
                  </a:lnTo>
                  <a:lnTo>
                    <a:pt x="4409999" y="2095233"/>
                  </a:lnTo>
                  <a:close/>
                </a:path>
                <a:path w="4410075" h="2695575">
                  <a:moveTo>
                    <a:pt x="4409999" y="2038819"/>
                  </a:moveTo>
                  <a:lnTo>
                    <a:pt x="4400474" y="2038819"/>
                  </a:lnTo>
                  <a:lnTo>
                    <a:pt x="4400474" y="2067026"/>
                  </a:lnTo>
                  <a:lnTo>
                    <a:pt x="4409999" y="2067026"/>
                  </a:lnTo>
                  <a:lnTo>
                    <a:pt x="4409999" y="2038819"/>
                  </a:lnTo>
                  <a:close/>
                </a:path>
                <a:path w="4410075" h="2695575">
                  <a:moveTo>
                    <a:pt x="4409999" y="1982406"/>
                  </a:moveTo>
                  <a:lnTo>
                    <a:pt x="4400474" y="1982406"/>
                  </a:lnTo>
                  <a:lnTo>
                    <a:pt x="4400474" y="2010613"/>
                  </a:lnTo>
                  <a:lnTo>
                    <a:pt x="4409999" y="2010613"/>
                  </a:lnTo>
                  <a:lnTo>
                    <a:pt x="4409999" y="1982406"/>
                  </a:lnTo>
                  <a:close/>
                </a:path>
                <a:path w="4410075" h="2695575">
                  <a:moveTo>
                    <a:pt x="4409999" y="1925993"/>
                  </a:moveTo>
                  <a:lnTo>
                    <a:pt x="4400474" y="1925993"/>
                  </a:lnTo>
                  <a:lnTo>
                    <a:pt x="4400474" y="1954199"/>
                  </a:lnTo>
                  <a:lnTo>
                    <a:pt x="4409999" y="1954199"/>
                  </a:lnTo>
                  <a:lnTo>
                    <a:pt x="4409999" y="1925993"/>
                  </a:lnTo>
                  <a:close/>
                </a:path>
                <a:path w="4410075" h="2695575">
                  <a:moveTo>
                    <a:pt x="4409999" y="1869579"/>
                  </a:moveTo>
                  <a:lnTo>
                    <a:pt x="4400474" y="1869579"/>
                  </a:lnTo>
                  <a:lnTo>
                    <a:pt x="4400474" y="1897786"/>
                  </a:lnTo>
                  <a:lnTo>
                    <a:pt x="4409999" y="1897786"/>
                  </a:lnTo>
                  <a:lnTo>
                    <a:pt x="4409999" y="1869579"/>
                  </a:lnTo>
                  <a:close/>
                </a:path>
                <a:path w="4410075" h="2695575">
                  <a:moveTo>
                    <a:pt x="4409999" y="1813179"/>
                  </a:moveTo>
                  <a:lnTo>
                    <a:pt x="4400474" y="1813179"/>
                  </a:lnTo>
                  <a:lnTo>
                    <a:pt x="4400474" y="1841385"/>
                  </a:lnTo>
                  <a:lnTo>
                    <a:pt x="4409999" y="1841385"/>
                  </a:lnTo>
                  <a:lnTo>
                    <a:pt x="4409999" y="1813179"/>
                  </a:lnTo>
                  <a:close/>
                </a:path>
                <a:path w="4410075" h="2695575">
                  <a:moveTo>
                    <a:pt x="4409999" y="1756765"/>
                  </a:moveTo>
                  <a:lnTo>
                    <a:pt x="4400474" y="1756765"/>
                  </a:lnTo>
                  <a:lnTo>
                    <a:pt x="4400474" y="1784972"/>
                  </a:lnTo>
                  <a:lnTo>
                    <a:pt x="4409999" y="1784972"/>
                  </a:lnTo>
                  <a:lnTo>
                    <a:pt x="4409999" y="1756765"/>
                  </a:lnTo>
                  <a:close/>
                </a:path>
                <a:path w="4410075" h="2695575">
                  <a:moveTo>
                    <a:pt x="4409999" y="1700352"/>
                  </a:moveTo>
                  <a:lnTo>
                    <a:pt x="4400474" y="1700352"/>
                  </a:lnTo>
                  <a:lnTo>
                    <a:pt x="4400474" y="1728558"/>
                  </a:lnTo>
                  <a:lnTo>
                    <a:pt x="4409999" y="1728558"/>
                  </a:lnTo>
                  <a:lnTo>
                    <a:pt x="4409999" y="1700352"/>
                  </a:lnTo>
                  <a:close/>
                </a:path>
                <a:path w="4410075" h="2695575">
                  <a:moveTo>
                    <a:pt x="4409999" y="1643938"/>
                  </a:moveTo>
                  <a:lnTo>
                    <a:pt x="4400474" y="1643938"/>
                  </a:lnTo>
                  <a:lnTo>
                    <a:pt x="4400474" y="1672145"/>
                  </a:lnTo>
                  <a:lnTo>
                    <a:pt x="4409999" y="1672145"/>
                  </a:lnTo>
                  <a:lnTo>
                    <a:pt x="4409999" y="1643938"/>
                  </a:lnTo>
                  <a:close/>
                </a:path>
                <a:path w="4410075" h="2695575">
                  <a:moveTo>
                    <a:pt x="4409999" y="1587538"/>
                  </a:moveTo>
                  <a:lnTo>
                    <a:pt x="4400474" y="1587538"/>
                  </a:lnTo>
                  <a:lnTo>
                    <a:pt x="4400474" y="1615732"/>
                  </a:lnTo>
                  <a:lnTo>
                    <a:pt x="4409999" y="1615732"/>
                  </a:lnTo>
                  <a:lnTo>
                    <a:pt x="4409999" y="1587538"/>
                  </a:lnTo>
                  <a:close/>
                </a:path>
                <a:path w="4410075" h="2695575">
                  <a:moveTo>
                    <a:pt x="4409999" y="1531124"/>
                  </a:moveTo>
                  <a:lnTo>
                    <a:pt x="4400474" y="1531124"/>
                  </a:lnTo>
                  <a:lnTo>
                    <a:pt x="4400474" y="1559331"/>
                  </a:lnTo>
                  <a:lnTo>
                    <a:pt x="4409999" y="1559331"/>
                  </a:lnTo>
                  <a:lnTo>
                    <a:pt x="4409999" y="1531124"/>
                  </a:lnTo>
                  <a:close/>
                </a:path>
                <a:path w="4410075" h="2695575">
                  <a:moveTo>
                    <a:pt x="4409999" y="1474711"/>
                  </a:moveTo>
                  <a:lnTo>
                    <a:pt x="4400474" y="1474711"/>
                  </a:lnTo>
                  <a:lnTo>
                    <a:pt x="4400474" y="1502918"/>
                  </a:lnTo>
                  <a:lnTo>
                    <a:pt x="4409999" y="1502918"/>
                  </a:lnTo>
                  <a:lnTo>
                    <a:pt x="4409999" y="1474711"/>
                  </a:lnTo>
                  <a:close/>
                </a:path>
                <a:path w="4410075" h="2695575">
                  <a:moveTo>
                    <a:pt x="4409999" y="1418297"/>
                  </a:moveTo>
                  <a:lnTo>
                    <a:pt x="4400474" y="1418297"/>
                  </a:lnTo>
                  <a:lnTo>
                    <a:pt x="4400474" y="1446504"/>
                  </a:lnTo>
                  <a:lnTo>
                    <a:pt x="4409999" y="1446504"/>
                  </a:lnTo>
                  <a:lnTo>
                    <a:pt x="4409999" y="1418297"/>
                  </a:lnTo>
                  <a:close/>
                </a:path>
                <a:path w="4410075" h="2695575">
                  <a:moveTo>
                    <a:pt x="4409999" y="1361884"/>
                  </a:moveTo>
                  <a:lnTo>
                    <a:pt x="4400474" y="1361884"/>
                  </a:lnTo>
                  <a:lnTo>
                    <a:pt x="4400474" y="1390091"/>
                  </a:lnTo>
                  <a:lnTo>
                    <a:pt x="4409999" y="1390091"/>
                  </a:lnTo>
                  <a:lnTo>
                    <a:pt x="4409999" y="1361884"/>
                  </a:lnTo>
                  <a:close/>
                </a:path>
                <a:path w="4410075" h="2695575">
                  <a:moveTo>
                    <a:pt x="4409999" y="1305483"/>
                  </a:moveTo>
                  <a:lnTo>
                    <a:pt x="4400474" y="1305483"/>
                  </a:lnTo>
                  <a:lnTo>
                    <a:pt x="4400474" y="1333690"/>
                  </a:lnTo>
                  <a:lnTo>
                    <a:pt x="4409999" y="1333690"/>
                  </a:lnTo>
                  <a:lnTo>
                    <a:pt x="4409999" y="1305483"/>
                  </a:lnTo>
                  <a:close/>
                </a:path>
                <a:path w="4410075" h="2695575">
                  <a:moveTo>
                    <a:pt x="4409999" y="1249070"/>
                  </a:moveTo>
                  <a:lnTo>
                    <a:pt x="4400474" y="1249070"/>
                  </a:lnTo>
                  <a:lnTo>
                    <a:pt x="4400474" y="1277277"/>
                  </a:lnTo>
                  <a:lnTo>
                    <a:pt x="4409999" y="1277277"/>
                  </a:lnTo>
                  <a:lnTo>
                    <a:pt x="4409999" y="1249070"/>
                  </a:lnTo>
                  <a:close/>
                </a:path>
                <a:path w="4410075" h="2695575">
                  <a:moveTo>
                    <a:pt x="4409999" y="1192657"/>
                  </a:moveTo>
                  <a:lnTo>
                    <a:pt x="4400474" y="1192657"/>
                  </a:lnTo>
                  <a:lnTo>
                    <a:pt x="4400474" y="1220863"/>
                  </a:lnTo>
                  <a:lnTo>
                    <a:pt x="4409999" y="1220863"/>
                  </a:lnTo>
                  <a:lnTo>
                    <a:pt x="4409999" y="1192657"/>
                  </a:lnTo>
                  <a:close/>
                </a:path>
                <a:path w="4410075" h="2695575">
                  <a:moveTo>
                    <a:pt x="4409999" y="1136243"/>
                  </a:moveTo>
                  <a:lnTo>
                    <a:pt x="4400474" y="1136243"/>
                  </a:lnTo>
                  <a:lnTo>
                    <a:pt x="4400474" y="1164450"/>
                  </a:lnTo>
                  <a:lnTo>
                    <a:pt x="4409999" y="1164450"/>
                  </a:lnTo>
                  <a:lnTo>
                    <a:pt x="4409999" y="1136243"/>
                  </a:lnTo>
                  <a:close/>
                </a:path>
                <a:path w="4410075" h="2695575">
                  <a:moveTo>
                    <a:pt x="4409999" y="1079830"/>
                  </a:moveTo>
                  <a:lnTo>
                    <a:pt x="4400474" y="1079830"/>
                  </a:lnTo>
                  <a:lnTo>
                    <a:pt x="4400474" y="1108036"/>
                  </a:lnTo>
                  <a:lnTo>
                    <a:pt x="4409999" y="1108036"/>
                  </a:lnTo>
                  <a:lnTo>
                    <a:pt x="4409999" y="1079830"/>
                  </a:lnTo>
                  <a:close/>
                </a:path>
                <a:path w="4410075" h="2695575">
                  <a:moveTo>
                    <a:pt x="4409999" y="1023429"/>
                  </a:moveTo>
                  <a:lnTo>
                    <a:pt x="4400474" y="1023429"/>
                  </a:lnTo>
                  <a:lnTo>
                    <a:pt x="4400474" y="1051636"/>
                  </a:lnTo>
                  <a:lnTo>
                    <a:pt x="4409999" y="1051636"/>
                  </a:lnTo>
                  <a:lnTo>
                    <a:pt x="4409999" y="1023429"/>
                  </a:lnTo>
                  <a:close/>
                </a:path>
                <a:path w="4410075" h="2695575">
                  <a:moveTo>
                    <a:pt x="4409999" y="967016"/>
                  </a:moveTo>
                  <a:lnTo>
                    <a:pt x="4400474" y="967016"/>
                  </a:lnTo>
                  <a:lnTo>
                    <a:pt x="4400474" y="995222"/>
                  </a:lnTo>
                  <a:lnTo>
                    <a:pt x="4409999" y="995222"/>
                  </a:lnTo>
                  <a:lnTo>
                    <a:pt x="4409999" y="967016"/>
                  </a:lnTo>
                  <a:close/>
                </a:path>
                <a:path w="4410075" h="2695575">
                  <a:moveTo>
                    <a:pt x="4409999" y="910602"/>
                  </a:moveTo>
                  <a:lnTo>
                    <a:pt x="4400474" y="910602"/>
                  </a:lnTo>
                  <a:lnTo>
                    <a:pt x="4400474" y="938809"/>
                  </a:lnTo>
                  <a:lnTo>
                    <a:pt x="4409999" y="938809"/>
                  </a:lnTo>
                  <a:lnTo>
                    <a:pt x="4409999" y="910602"/>
                  </a:lnTo>
                  <a:close/>
                </a:path>
                <a:path w="4410075" h="2695575">
                  <a:moveTo>
                    <a:pt x="4409999" y="854189"/>
                  </a:moveTo>
                  <a:lnTo>
                    <a:pt x="4400474" y="854189"/>
                  </a:lnTo>
                  <a:lnTo>
                    <a:pt x="4400474" y="882396"/>
                  </a:lnTo>
                  <a:lnTo>
                    <a:pt x="4409999" y="882396"/>
                  </a:lnTo>
                  <a:lnTo>
                    <a:pt x="4409999" y="854189"/>
                  </a:lnTo>
                  <a:close/>
                </a:path>
                <a:path w="4410075" h="2695575">
                  <a:moveTo>
                    <a:pt x="4409999" y="797788"/>
                  </a:moveTo>
                  <a:lnTo>
                    <a:pt x="4400474" y="797788"/>
                  </a:lnTo>
                  <a:lnTo>
                    <a:pt x="4400474" y="825982"/>
                  </a:lnTo>
                  <a:lnTo>
                    <a:pt x="4409999" y="825982"/>
                  </a:lnTo>
                  <a:lnTo>
                    <a:pt x="4409999" y="797788"/>
                  </a:lnTo>
                  <a:close/>
                </a:path>
                <a:path w="4410075" h="2695575">
                  <a:moveTo>
                    <a:pt x="4409999" y="741375"/>
                  </a:moveTo>
                  <a:lnTo>
                    <a:pt x="4400474" y="741375"/>
                  </a:lnTo>
                  <a:lnTo>
                    <a:pt x="4400474" y="769581"/>
                  </a:lnTo>
                  <a:lnTo>
                    <a:pt x="4409999" y="769581"/>
                  </a:lnTo>
                  <a:lnTo>
                    <a:pt x="4409999" y="741375"/>
                  </a:lnTo>
                  <a:close/>
                </a:path>
                <a:path w="4410075" h="2695575">
                  <a:moveTo>
                    <a:pt x="4409999" y="684961"/>
                  </a:moveTo>
                  <a:lnTo>
                    <a:pt x="4400474" y="684961"/>
                  </a:lnTo>
                  <a:lnTo>
                    <a:pt x="4400474" y="713168"/>
                  </a:lnTo>
                  <a:lnTo>
                    <a:pt x="4409999" y="713168"/>
                  </a:lnTo>
                  <a:lnTo>
                    <a:pt x="4409999" y="684961"/>
                  </a:lnTo>
                  <a:close/>
                </a:path>
                <a:path w="4410075" h="2695575">
                  <a:moveTo>
                    <a:pt x="4409999" y="628548"/>
                  </a:moveTo>
                  <a:lnTo>
                    <a:pt x="4400474" y="628548"/>
                  </a:lnTo>
                  <a:lnTo>
                    <a:pt x="4400474" y="656755"/>
                  </a:lnTo>
                  <a:lnTo>
                    <a:pt x="4409999" y="656755"/>
                  </a:lnTo>
                  <a:lnTo>
                    <a:pt x="4409999" y="628548"/>
                  </a:lnTo>
                  <a:close/>
                </a:path>
                <a:path w="4410075" h="2695575">
                  <a:moveTo>
                    <a:pt x="4409999" y="572135"/>
                  </a:moveTo>
                  <a:lnTo>
                    <a:pt x="4400474" y="572135"/>
                  </a:lnTo>
                  <a:lnTo>
                    <a:pt x="4400474" y="600341"/>
                  </a:lnTo>
                  <a:lnTo>
                    <a:pt x="4409999" y="600341"/>
                  </a:lnTo>
                  <a:lnTo>
                    <a:pt x="4409999" y="572135"/>
                  </a:lnTo>
                  <a:close/>
                </a:path>
                <a:path w="4410075" h="2695575">
                  <a:moveTo>
                    <a:pt x="4409999" y="515734"/>
                  </a:moveTo>
                  <a:lnTo>
                    <a:pt x="4400474" y="515734"/>
                  </a:lnTo>
                  <a:lnTo>
                    <a:pt x="4400474" y="543941"/>
                  </a:lnTo>
                  <a:lnTo>
                    <a:pt x="4409999" y="543941"/>
                  </a:lnTo>
                  <a:lnTo>
                    <a:pt x="4409999" y="515734"/>
                  </a:lnTo>
                  <a:close/>
                </a:path>
                <a:path w="4410075" h="2695575">
                  <a:moveTo>
                    <a:pt x="4409999" y="459320"/>
                  </a:moveTo>
                  <a:lnTo>
                    <a:pt x="4400474" y="459320"/>
                  </a:lnTo>
                  <a:lnTo>
                    <a:pt x="4400474" y="487527"/>
                  </a:lnTo>
                  <a:lnTo>
                    <a:pt x="4409999" y="487527"/>
                  </a:lnTo>
                  <a:lnTo>
                    <a:pt x="4409999" y="459320"/>
                  </a:lnTo>
                  <a:close/>
                </a:path>
                <a:path w="4410075" h="2695575">
                  <a:moveTo>
                    <a:pt x="4409999" y="402907"/>
                  </a:moveTo>
                  <a:lnTo>
                    <a:pt x="4400474" y="402907"/>
                  </a:lnTo>
                  <a:lnTo>
                    <a:pt x="4400474" y="431114"/>
                  </a:lnTo>
                  <a:lnTo>
                    <a:pt x="4409999" y="431114"/>
                  </a:lnTo>
                  <a:lnTo>
                    <a:pt x="4409999" y="402907"/>
                  </a:lnTo>
                  <a:close/>
                </a:path>
                <a:path w="4410075" h="2695575">
                  <a:moveTo>
                    <a:pt x="4409999" y="346494"/>
                  </a:moveTo>
                  <a:lnTo>
                    <a:pt x="4400474" y="346494"/>
                  </a:lnTo>
                  <a:lnTo>
                    <a:pt x="4400474" y="374700"/>
                  </a:lnTo>
                  <a:lnTo>
                    <a:pt x="4409999" y="374700"/>
                  </a:lnTo>
                  <a:lnTo>
                    <a:pt x="4409999" y="346494"/>
                  </a:lnTo>
                  <a:close/>
                </a:path>
                <a:path w="4410075" h="2695575">
                  <a:moveTo>
                    <a:pt x="4409999" y="290093"/>
                  </a:moveTo>
                  <a:lnTo>
                    <a:pt x="4400474" y="290093"/>
                  </a:lnTo>
                  <a:lnTo>
                    <a:pt x="4400474" y="318287"/>
                  </a:lnTo>
                  <a:lnTo>
                    <a:pt x="4409999" y="318287"/>
                  </a:lnTo>
                  <a:lnTo>
                    <a:pt x="4409999" y="290093"/>
                  </a:lnTo>
                  <a:close/>
                </a:path>
                <a:path w="4410075" h="2695575">
                  <a:moveTo>
                    <a:pt x="4409999" y="233680"/>
                  </a:moveTo>
                  <a:lnTo>
                    <a:pt x="4400474" y="233680"/>
                  </a:lnTo>
                  <a:lnTo>
                    <a:pt x="4400474" y="261886"/>
                  </a:lnTo>
                  <a:lnTo>
                    <a:pt x="4409999" y="261886"/>
                  </a:lnTo>
                  <a:lnTo>
                    <a:pt x="4409999" y="233680"/>
                  </a:lnTo>
                  <a:close/>
                </a:path>
                <a:path w="4410075" h="2695575">
                  <a:moveTo>
                    <a:pt x="4409999" y="177266"/>
                  </a:moveTo>
                  <a:lnTo>
                    <a:pt x="4400474" y="177266"/>
                  </a:lnTo>
                  <a:lnTo>
                    <a:pt x="4400474" y="205473"/>
                  </a:lnTo>
                  <a:lnTo>
                    <a:pt x="4409999" y="205473"/>
                  </a:lnTo>
                  <a:lnTo>
                    <a:pt x="4409999" y="177266"/>
                  </a:lnTo>
                  <a:close/>
                </a:path>
                <a:path w="4410075" h="2695575">
                  <a:moveTo>
                    <a:pt x="4409999" y="120853"/>
                  </a:moveTo>
                  <a:lnTo>
                    <a:pt x="4400474" y="120853"/>
                  </a:lnTo>
                  <a:lnTo>
                    <a:pt x="4400474" y="149059"/>
                  </a:lnTo>
                  <a:lnTo>
                    <a:pt x="4409999" y="149059"/>
                  </a:lnTo>
                  <a:lnTo>
                    <a:pt x="4409999" y="120853"/>
                  </a:lnTo>
                  <a:close/>
                </a:path>
                <a:path w="4410075" h="2695575">
                  <a:moveTo>
                    <a:pt x="4409999" y="85725"/>
                  </a:moveTo>
                  <a:lnTo>
                    <a:pt x="4405554" y="63855"/>
                  </a:lnTo>
                  <a:lnTo>
                    <a:pt x="4396524" y="66281"/>
                  </a:lnTo>
                  <a:lnTo>
                    <a:pt x="4400474" y="85725"/>
                  </a:lnTo>
                  <a:lnTo>
                    <a:pt x="4400474" y="92646"/>
                  </a:lnTo>
                  <a:lnTo>
                    <a:pt x="4409999" y="92646"/>
                  </a:lnTo>
                  <a:lnTo>
                    <a:pt x="4409999" y="85725"/>
                  </a:lnTo>
                  <a:close/>
                </a:path>
              </a:pathLst>
            </a:custGeom>
            <a:solidFill>
              <a:srgbClr val="6266F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76875" y="1723349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</a:pathLst>
            </a:custGeom>
            <a:solidFill>
              <a:srgbClr val="0F162A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76875" y="1723349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09671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215903"/>
                  </a:lnTo>
                  <a:lnTo>
                    <a:pt x="13282" y="234395"/>
                  </a:lnTo>
                  <a:lnTo>
                    <a:pt x="23514" y="249538"/>
                  </a:lnTo>
                  <a:lnTo>
                    <a:pt x="38658" y="259770"/>
                  </a:lnTo>
                  <a:lnTo>
                    <a:pt x="57150" y="263528"/>
                  </a:lnTo>
                  <a:lnTo>
                    <a:pt x="4096713" y="263528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  <a:path w="4124325" h="273050">
                  <a:moveTo>
                    <a:pt x="4096713" y="263528"/>
                  </a:moveTo>
                  <a:lnTo>
                    <a:pt x="4067100" y="263528"/>
                  </a:lnTo>
                  <a:lnTo>
                    <a:pt x="4085592" y="259770"/>
                  </a:lnTo>
                  <a:lnTo>
                    <a:pt x="4100735" y="249538"/>
                  </a:lnTo>
                  <a:lnTo>
                    <a:pt x="4110967" y="234395"/>
                  </a:lnTo>
                  <a:lnTo>
                    <a:pt x="4114725" y="215903"/>
                  </a:lnTo>
                  <a:lnTo>
                    <a:pt x="4114725" y="57150"/>
                  </a:lnTo>
                  <a:lnTo>
                    <a:pt x="4110967" y="38658"/>
                  </a:lnTo>
                  <a:lnTo>
                    <a:pt x="4100735" y="23514"/>
                  </a:lnTo>
                  <a:lnTo>
                    <a:pt x="4085592" y="13282"/>
                  </a:lnTo>
                  <a:lnTo>
                    <a:pt x="4067100" y="9525"/>
                  </a:lnTo>
                  <a:lnTo>
                    <a:pt x="4096713" y="9525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96713" y="263528"/>
                  </a:lnTo>
                  <a:close/>
                </a:path>
              </a:pathLst>
            </a:custGeom>
            <a:solidFill>
              <a:srgbClr val="38B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76875" y="2171024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</a:pathLst>
            </a:custGeom>
            <a:solidFill>
              <a:srgbClr val="0F162A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76875" y="2171024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09671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215903"/>
                  </a:lnTo>
                  <a:lnTo>
                    <a:pt x="13282" y="234395"/>
                  </a:lnTo>
                  <a:lnTo>
                    <a:pt x="23514" y="249538"/>
                  </a:lnTo>
                  <a:lnTo>
                    <a:pt x="38658" y="259770"/>
                  </a:lnTo>
                  <a:lnTo>
                    <a:pt x="57150" y="263528"/>
                  </a:lnTo>
                  <a:lnTo>
                    <a:pt x="4096713" y="263528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  <a:path w="4124325" h="273050">
                  <a:moveTo>
                    <a:pt x="4096713" y="263528"/>
                  </a:moveTo>
                  <a:lnTo>
                    <a:pt x="4067100" y="263528"/>
                  </a:lnTo>
                  <a:lnTo>
                    <a:pt x="4085592" y="259770"/>
                  </a:lnTo>
                  <a:lnTo>
                    <a:pt x="4100735" y="249538"/>
                  </a:lnTo>
                  <a:lnTo>
                    <a:pt x="4110967" y="234395"/>
                  </a:lnTo>
                  <a:lnTo>
                    <a:pt x="4114725" y="215903"/>
                  </a:lnTo>
                  <a:lnTo>
                    <a:pt x="4114725" y="57150"/>
                  </a:lnTo>
                  <a:lnTo>
                    <a:pt x="4110967" y="38658"/>
                  </a:lnTo>
                  <a:lnTo>
                    <a:pt x="4100735" y="23514"/>
                  </a:lnTo>
                  <a:lnTo>
                    <a:pt x="4085592" y="13282"/>
                  </a:lnTo>
                  <a:lnTo>
                    <a:pt x="4067100" y="9525"/>
                  </a:lnTo>
                  <a:lnTo>
                    <a:pt x="4096713" y="9525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96713" y="263528"/>
                  </a:lnTo>
                  <a:close/>
                </a:path>
              </a:pathLst>
            </a:custGeom>
            <a:solidFill>
              <a:srgbClr val="808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76875" y="2618699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</a:pathLst>
            </a:custGeom>
            <a:solidFill>
              <a:srgbClr val="0F162A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776875" y="2618699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09671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215903"/>
                  </a:lnTo>
                  <a:lnTo>
                    <a:pt x="13282" y="234395"/>
                  </a:lnTo>
                  <a:lnTo>
                    <a:pt x="23514" y="249538"/>
                  </a:lnTo>
                  <a:lnTo>
                    <a:pt x="38658" y="259770"/>
                  </a:lnTo>
                  <a:lnTo>
                    <a:pt x="57150" y="263528"/>
                  </a:lnTo>
                  <a:lnTo>
                    <a:pt x="4096713" y="263528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  <a:path w="4124325" h="273050">
                  <a:moveTo>
                    <a:pt x="4096713" y="263528"/>
                  </a:moveTo>
                  <a:lnTo>
                    <a:pt x="4067100" y="263528"/>
                  </a:lnTo>
                  <a:lnTo>
                    <a:pt x="4085592" y="259770"/>
                  </a:lnTo>
                  <a:lnTo>
                    <a:pt x="4100735" y="249538"/>
                  </a:lnTo>
                  <a:lnTo>
                    <a:pt x="4110967" y="234395"/>
                  </a:lnTo>
                  <a:lnTo>
                    <a:pt x="4114725" y="215903"/>
                  </a:lnTo>
                  <a:lnTo>
                    <a:pt x="4114725" y="57150"/>
                  </a:lnTo>
                  <a:lnTo>
                    <a:pt x="4110967" y="38658"/>
                  </a:lnTo>
                  <a:lnTo>
                    <a:pt x="4100735" y="23514"/>
                  </a:lnTo>
                  <a:lnTo>
                    <a:pt x="4085592" y="13282"/>
                  </a:lnTo>
                  <a:lnTo>
                    <a:pt x="4067100" y="9525"/>
                  </a:lnTo>
                  <a:lnTo>
                    <a:pt x="4096713" y="9525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96713" y="26352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776875" y="3066374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</a:pathLst>
            </a:custGeom>
            <a:solidFill>
              <a:srgbClr val="0F162A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776875" y="3066374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09671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215903"/>
                  </a:lnTo>
                  <a:lnTo>
                    <a:pt x="13282" y="234395"/>
                  </a:lnTo>
                  <a:lnTo>
                    <a:pt x="23514" y="249538"/>
                  </a:lnTo>
                  <a:lnTo>
                    <a:pt x="38658" y="259770"/>
                  </a:lnTo>
                  <a:lnTo>
                    <a:pt x="57150" y="263528"/>
                  </a:lnTo>
                  <a:lnTo>
                    <a:pt x="4096713" y="263528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  <a:path w="4124325" h="273050">
                  <a:moveTo>
                    <a:pt x="4096713" y="263528"/>
                  </a:moveTo>
                  <a:lnTo>
                    <a:pt x="4067100" y="263528"/>
                  </a:lnTo>
                  <a:lnTo>
                    <a:pt x="4085592" y="259770"/>
                  </a:lnTo>
                  <a:lnTo>
                    <a:pt x="4100735" y="249538"/>
                  </a:lnTo>
                  <a:lnTo>
                    <a:pt x="4110967" y="234395"/>
                  </a:lnTo>
                  <a:lnTo>
                    <a:pt x="4114725" y="215903"/>
                  </a:lnTo>
                  <a:lnTo>
                    <a:pt x="4114725" y="57150"/>
                  </a:lnTo>
                  <a:lnTo>
                    <a:pt x="4110967" y="38658"/>
                  </a:lnTo>
                  <a:lnTo>
                    <a:pt x="4100735" y="23514"/>
                  </a:lnTo>
                  <a:lnTo>
                    <a:pt x="4085592" y="13282"/>
                  </a:lnTo>
                  <a:lnTo>
                    <a:pt x="4067100" y="9525"/>
                  </a:lnTo>
                  <a:lnTo>
                    <a:pt x="4096713" y="9525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96713" y="26352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76875" y="3514049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</a:pathLst>
            </a:custGeom>
            <a:solidFill>
              <a:srgbClr val="0F162A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76875" y="3514049"/>
              <a:ext cx="4124325" cy="273050"/>
            </a:xfrm>
            <a:custGeom>
              <a:avLst/>
              <a:gdLst/>
              <a:ahLst/>
              <a:cxnLst/>
              <a:rect l="l" t="t" r="r" b="b"/>
              <a:pathLst>
                <a:path w="4124325" h="273050">
                  <a:moveTo>
                    <a:pt x="4067100" y="273053"/>
                  </a:moveTo>
                  <a:lnTo>
                    <a:pt x="57150" y="273053"/>
                  </a:lnTo>
                  <a:lnTo>
                    <a:pt x="34959" y="268543"/>
                  </a:lnTo>
                  <a:lnTo>
                    <a:pt x="16787" y="256265"/>
                  </a:lnTo>
                  <a:lnTo>
                    <a:pt x="4509" y="238093"/>
                  </a:lnTo>
                  <a:lnTo>
                    <a:pt x="0" y="215903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067100" y="0"/>
                  </a:lnTo>
                  <a:lnTo>
                    <a:pt x="4089290" y="4509"/>
                  </a:lnTo>
                  <a:lnTo>
                    <a:pt x="409671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215903"/>
                  </a:lnTo>
                  <a:lnTo>
                    <a:pt x="13282" y="234395"/>
                  </a:lnTo>
                  <a:lnTo>
                    <a:pt x="23514" y="249538"/>
                  </a:lnTo>
                  <a:lnTo>
                    <a:pt x="38658" y="259770"/>
                  </a:lnTo>
                  <a:lnTo>
                    <a:pt x="57150" y="263528"/>
                  </a:lnTo>
                  <a:lnTo>
                    <a:pt x="4096713" y="263528"/>
                  </a:lnTo>
                  <a:lnTo>
                    <a:pt x="4089290" y="268543"/>
                  </a:lnTo>
                  <a:lnTo>
                    <a:pt x="4067100" y="273053"/>
                  </a:lnTo>
                  <a:close/>
                </a:path>
                <a:path w="4124325" h="273050">
                  <a:moveTo>
                    <a:pt x="4096713" y="263528"/>
                  </a:moveTo>
                  <a:lnTo>
                    <a:pt x="4067100" y="263528"/>
                  </a:lnTo>
                  <a:lnTo>
                    <a:pt x="4085592" y="259770"/>
                  </a:lnTo>
                  <a:lnTo>
                    <a:pt x="4100735" y="249538"/>
                  </a:lnTo>
                  <a:lnTo>
                    <a:pt x="4110967" y="234395"/>
                  </a:lnTo>
                  <a:lnTo>
                    <a:pt x="4114725" y="215903"/>
                  </a:lnTo>
                  <a:lnTo>
                    <a:pt x="4114725" y="57150"/>
                  </a:lnTo>
                  <a:lnTo>
                    <a:pt x="4110967" y="38658"/>
                  </a:lnTo>
                  <a:lnTo>
                    <a:pt x="4100735" y="23514"/>
                  </a:lnTo>
                  <a:lnTo>
                    <a:pt x="4085592" y="13282"/>
                  </a:lnTo>
                  <a:lnTo>
                    <a:pt x="4067100" y="9525"/>
                  </a:lnTo>
                  <a:lnTo>
                    <a:pt x="4096713" y="9525"/>
                  </a:lnTo>
                  <a:lnTo>
                    <a:pt x="4107462" y="16787"/>
                  </a:lnTo>
                  <a:lnTo>
                    <a:pt x="4119740" y="34959"/>
                  </a:lnTo>
                  <a:lnTo>
                    <a:pt x="4124250" y="57150"/>
                  </a:lnTo>
                  <a:lnTo>
                    <a:pt x="4124250" y="215903"/>
                  </a:lnTo>
                  <a:lnTo>
                    <a:pt x="4119740" y="238093"/>
                  </a:lnTo>
                  <a:lnTo>
                    <a:pt x="4107462" y="256265"/>
                  </a:lnTo>
                  <a:lnTo>
                    <a:pt x="4096713" y="26352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05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520192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4.</a:t>
            </a:r>
            <a:r>
              <a:rPr dirty="0" sz="1800" spc="-35"/>
              <a:t> </a:t>
            </a:r>
            <a:r>
              <a:rPr dirty="0" sz="1800"/>
              <a:t>Personalized</a:t>
            </a:r>
            <a:r>
              <a:rPr dirty="0" sz="1800" spc="-35"/>
              <a:t> </a:t>
            </a:r>
            <a:r>
              <a:rPr dirty="0" sz="1800"/>
              <a:t>Study</a:t>
            </a:r>
            <a:r>
              <a:rPr dirty="0" sz="1800" spc="-30"/>
              <a:t> </a:t>
            </a:r>
            <a:r>
              <a:rPr dirty="0" sz="1800"/>
              <a:t>Planner</a:t>
            </a:r>
            <a:r>
              <a:rPr dirty="0" sz="1800" spc="-35"/>
              <a:t> </a:t>
            </a:r>
            <a:r>
              <a:rPr dirty="0" sz="1800"/>
              <a:t>&amp;</a:t>
            </a:r>
            <a:r>
              <a:rPr dirty="0" sz="1800" spc="-30"/>
              <a:t> </a:t>
            </a:r>
            <a:r>
              <a:rPr dirty="0" sz="1800"/>
              <a:t>Adaptive</a:t>
            </a:r>
            <a:r>
              <a:rPr dirty="0" sz="1800" spc="-35"/>
              <a:t> </a:t>
            </a:r>
            <a:r>
              <a:rPr dirty="0" sz="1800" spc="-10"/>
              <a:t>Cycle</a:t>
            </a:r>
            <a:endParaRPr sz="1800"/>
          </a:p>
        </p:txBody>
      </p:sp>
      <p:sp>
        <p:nvSpPr>
          <p:cNvPr id="27" name="object 27"/>
          <p:cNvSpPr txBox="1"/>
          <p:nvPr/>
        </p:nvSpPr>
        <p:spPr>
          <a:xfrm>
            <a:off x="6378648" y="1410720"/>
            <a:ext cx="2921000" cy="2304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Closed-Loop</a:t>
            </a:r>
            <a:r>
              <a:rPr dirty="0" sz="1150" spc="-40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Adaptive</a:t>
            </a:r>
            <a:r>
              <a:rPr dirty="0" sz="1150" spc="-35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A5B3FB"/>
                </a:solidFill>
                <a:latin typeface="Arial"/>
                <a:cs typeface="Arial"/>
              </a:rPr>
              <a:t>Learning</a:t>
            </a:r>
            <a:r>
              <a:rPr dirty="0" sz="1150" spc="-40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A5B3FB"/>
                </a:solidFill>
                <a:latin typeface="Arial"/>
                <a:cs typeface="Arial"/>
              </a:rPr>
              <a:t>Engine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Arial"/>
              <a:cs typeface="Arial"/>
            </a:endParaRPr>
          </a:p>
          <a:p>
            <a:pPr marL="384175" indent="-133350">
              <a:lnSpc>
                <a:spcPct val="100000"/>
              </a:lnSpc>
              <a:buAutoNum type="arabicPeriod"/>
              <a:tabLst>
                <a:tab pos="384175" algn="l"/>
              </a:tabLst>
            </a:pPr>
            <a:r>
              <a:rPr dirty="0" sz="950" b="1">
                <a:solidFill>
                  <a:srgbClr val="38BCF7"/>
                </a:solidFill>
                <a:latin typeface="Arial"/>
                <a:cs typeface="Arial"/>
              </a:rPr>
              <a:t>LEARN</a:t>
            </a:r>
            <a:r>
              <a:rPr dirty="0" sz="950" spc="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8BCF7"/>
                </a:solidFill>
                <a:latin typeface="Arial"/>
                <a:cs typeface="Arial"/>
              </a:rPr>
              <a:t>•</a:t>
            </a:r>
            <a:r>
              <a:rPr dirty="0" sz="950" spc="1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8BCF7"/>
                </a:solidFill>
                <a:latin typeface="Arial"/>
                <a:cs typeface="Arial"/>
              </a:rPr>
              <a:t>Multi-</a:t>
            </a:r>
            <a:r>
              <a:rPr dirty="0" sz="950" b="1">
                <a:solidFill>
                  <a:srgbClr val="38BCF7"/>
                </a:solidFill>
                <a:latin typeface="Arial"/>
                <a:cs typeface="Arial"/>
              </a:rPr>
              <a:t>Modal</a:t>
            </a:r>
            <a:r>
              <a:rPr dirty="0" sz="950" spc="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8BCF7"/>
                </a:solidFill>
                <a:latin typeface="Arial"/>
                <a:cs typeface="Arial"/>
              </a:rPr>
              <a:t>Resource</a:t>
            </a:r>
            <a:r>
              <a:rPr dirty="0" sz="950" spc="1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8BCF7"/>
                </a:solidFill>
                <a:latin typeface="Arial"/>
                <a:cs typeface="Arial"/>
              </a:rPr>
              <a:t>Delivery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dirty="0" sz="1000" spc="-50">
                <a:solidFill>
                  <a:srgbClr val="64748A"/>
                </a:solidFill>
                <a:latin typeface="Tahoma"/>
                <a:cs typeface="Tahoma"/>
              </a:rPr>
              <a:t>↓</a:t>
            </a:r>
            <a:endParaRPr sz="1000">
              <a:latin typeface="Tahoma"/>
              <a:cs typeface="Tahoma"/>
            </a:endParaRPr>
          </a:p>
          <a:p>
            <a:pPr marL="200025" indent="-133350">
              <a:lnSpc>
                <a:spcPct val="100000"/>
              </a:lnSpc>
              <a:spcBef>
                <a:spcPts val="415"/>
              </a:spcBef>
              <a:buAutoNum type="arabicPeriod" startAt="2"/>
              <a:tabLst>
                <a:tab pos="200025" algn="l"/>
              </a:tabLst>
            </a:pPr>
            <a:r>
              <a:rPr dirty="0" sz="950" spc="-10" b="1">
                <a:solidFill>
                  <a:srgbClr val="808CF7"/>
                </a:solidFill>
                <a:latin typeface="Arial"/>
                <a:cs typeface="Arial"/>
              </a:rPr>
              <a:t>PRACTICE</a:t>
            </a:r>
            <a:r>
              <a:rPr dirty="0" sz="950" spc="-5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• Hands-on Coding</a:t>
            </a:r>
            <a:r>
              <a:rPr dirty="0" sz="950" spc="-5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&amp; Problem </a:t>
            </a:r>
            <a:r>
              <a:rPr dirty="0" sz="950" spc="-20" b="1">
                <a:solidFill>
                  <a:srgbClr val="808CF7"/>
                </a:solidFill>
                <a:latin typeface="Arial"/>
                <a:cs typeface="Arial"/>
              </a:rPr>
              <a:t>Sets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dirty="0" sz="1000" spc="-50">
                <a:solidFill>
                  <a:srgbClr val="64748A"/>
                </a:solidFill>
                <a:latin typeface="Tahoma"/>
                <a:cs typeface="Tahoma"/>
              </a:rPr>
              <a:t>↓</a:t>
            </a:r>
            <a:endParaRPr sz="1000">
              <a:latin typeface="Tahoma"/>
              <a:cs typeface="Tahoma"/>
            </a:endParaRPr>
          </a:p>
          <a:p>
            <a:pPr marL="258445" indent="-133350">
              <a:lnSpc>
                <a:spcPct val="100000"/>
              </a:lnSpc>
              <a:spcBef>
                <a:spcPts val="415"/>
              </a:spcBef>
              <a:buAutoNum type="arabicPeriod" startAt="3"/>
              <a:tabLst>
                <a:tab pos="258445" algn="l"/>
              </a:tabLst>
            </a:pPr>
            <a:r>
              <a:rPr dirty="0" sz="950" spc="-10" b="1">
                <a:solidFill>
                  <a:srgbClr val="FBBF23"/>
                </a:solidFill>
                <a:latin typeface="Arial"/>
                <a:cs typeface="Arial"/>
              </a:rPr>
              <a:t>ASSESS</a:t>
            </a:r>
            <a:r>
              <a:rPr dirty="0" sz="950" spc="-5" b="1">
                <a:solidFill>
                  <a:srgbClr val="FBBF2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BBF23"/>
                </a:solidFill>
                <a:latin typeface="Arial"/>
                <a:cs typeface="Arial"/>
              </a:rPr>
              <a:t>•</a:t>
            </a:r>
            <a:r>
              <a:rPr dirty="0" sz="950" spc="-5" b="1">
                <a:solidFill>
                  <a:srgbClr val="FBBF2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BBF23"/>
                </a:solidFill>
                <a:latin typeface="Arial"/>
                <a:cs typeface="Arial"/>
              </a:rPr>
              <a:t>Dynamic Auto-Generated</a:t>
            </a:r>
            <a:r>
              <a:rPr dirty="0" sz="950" spc="-5" b="1">
                <a:solidFill>
                  <a:srgbClr val="FBBF23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BBF23"/>
                </a:solidFill>
                <a:latin typeface="Arial"/>
                <a:cs typeface="Arial"/>
              </a:rPr>
              <a:t>Quizzes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dirty="0" sz="1000" spc="-50">
                <a:solidFill>
                  <a:srgbClr val="64748A"/>
                </a:solidFill>
                <a:latin typeface="Tahoma"/>
                <a:cs typeface="Tahoma"/>
              </a:rPr>
              <a:t>↓</a:t>
            </a:r>
            <a:endParaRPr sz="1000">
              <a:latin typeface="Tahoma"/>
              <a:cs typeface="Tahoma"/>
            </a:endParaRPr>
          </a:p>
          <a:p>
            <a:pPr marL="146050" indent="-133350">
              <a:lnSpc>
                <a:spcPct val="100000"/>
              </a:lnSpc>
              <a:spcBef>
                <a:spcPts val="415"/>
              </a:spcBef>
              <a:buAutoNum type="arabicPeriod" startAt="4"/>
              <a:tabLst>
                <a:tab pos="146050" algn="l"/>
              </a:tabLst>
            </a:pPr>
            <a:r>
              <a:rPr dirty="0" sz="950" spc="-10" b="1">
                <a:solidFill>
                  <a:srgbClr val="F77070"/>
                </a:solidFill>
                <a:latin typeface="Arial"/>
                <a:cs typeface="Arial"/>
              </a:rPr>
              <a:t>DIAGNOSE</a:t>
            </a:r>
            <a:r>
              <a:rPr dirty="0" sz="950" spc="-1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7070"/>
                </a:solidFill>
                <a:latin typeface="Arial"/>
                <a:cs typeface="Arial"/>
              </a:rPr>
              <a:t>•</a:t>
            </a:r>
            <a:r>
              <a:rPr dirty="0" sz="950" spc="-10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7070"/>
                </a:solidFill>
                <a:latin typeface="Arial"/>
                <a:cs typeface="Arial"/>
              </a:rPr>
              <a:t>Weak</a:t>
            </a:r>
            <a:r>
              <a:rPr dirty="0" sz="950" spc="-10" b="1">
                <a:solidFill>
                  <a:srgbClr val="F77070"/>
                </a:solidFill>
                <a:latin typeface="Arial"/>
                <a:cs typeface="Arial"/>
              </a:rPr>
              <a:t> Topic</a:t>
            </a:r>
            <a:r>
              <a:rPr dirty="0" sz="950" spc="-1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7070"/>
                </a:solidFill>
                <a:latin typeface="Arial"/>
                <a:cs typeface="Arial"/>
              </a:rPr>
              <a:t>&amp;</a:t>
            </a:r>
            <a:r>
              <a:rPr dirty="0" sz="950" spc="-10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7070"/>
                </a:solidFill>
                <a:latin typeface="Arial"/>
                <a:cs typeface="Arial"/>
              </a:rPr>
              <a:t>Bottleneck</a:t>
            </a:r>
            <a:r>
              <a:rPr dirty="0" sz="950" spc="-10" b="1">
                <a:solidFill>
                  <a:srgbClr val="F77070"/>
                </a:solidFill>
                <a:latin typeface="Arial"/>
                <a:cs typeface="Arial"/>
              </a:rPr>
              <a:t> Detection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dirty="0" sz="1000" spc="-50">
                <a:solidFill>
                  <a:srgbClr val="64748A"/>
                </a:solidFill>
                <a:latin typeface="Tahoma"/>
                <a:cs typeface="Tahoma"/>
              </a:rPr>
              <a:t>↓</a:t>
            </a:r>
            <a:endParaRPr sz="1000">
              <a:latin typeface="Tahoma"/>
              <a:cs typeface="Tahoma"/>
            </a:endParaRPr>
          </a:p>
          <a:p>
            <a:pPr marL="169545" indent="-133350">
              <a:lnSpc>
                <a:spcPct val="100000"/>
              </a:lnSpc>
              <a:spcBef>
                <a:spcPts val="415"/>
              </a:spcBef>
              <a:buAutoNum type="arabicPeriod" startAt="5"/>
              <a:tabLst>
                <a:tab pos="169545" algn="l"/>
              </a:tabLst>
            </a:pPr>
            <a:r>
              <a:rPr dirty="0" sz="950" spc="-20" b="1">
                <a:solidFill>
                  <a:srgbClr val="34D399"/>
                </a:solidFill>
                <a:latin typeface="Arial"/>
                <a:cs typeface="Arial"/>
              </a:rPr>
              <a:t>RECALIBRATE</a:t>
            </a:r>
            <a:r>
              <a:rPr dirty="0" sz="950" b="1">
                <a:solidFill>
                  <a:srgbClr val="34D399"/>
                </a:solidFill>
                <a:latin typeface="Arial"/>
                <a:cs typeface="Arial"/>
              </a:rPr>
              <a:t> • Reschedule Timeline &amp; </a:t>
            </a:r>
            <a:r>
              <a:rPr dirty="0" sz="950" spc="-10" b="1">
                <a:solidFill>
                  <a:srgbClr val="34D399"/>
                </a:solidFill>
                <a:latin typeface="Arial"/>
                <a:cs typeface="Arial"/>
              </a:rPr>
              <a:t>Repeat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5997" y="1296174"/>
            <a:ext cx="4408805" cy="27800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91770">
              <a:lnSpc>
                <a:spcPct val="100000"/>
              </a:lnSpc>
              <a:spcBef>
                <a:spcPts val="775"/>
              </a:spcBef>
            </a:pPr>
            <a:r>
              <a:rPr dirty="0" sz="1150" b="1">
                <a:solidFill>
                  <a:srgbClr val="38BCF7"/>
                </a:solidFill>
                <a:latin typeface="Arial"/>
                <a:cs typeface="Arial"/>
              </a:rPr>
              <a:t>Plan</a:t>
            </a:r>
            <a:r>
              <a:rPr dirty="0" sz="1150" spc="-2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8BCF7"/>
                </a:solidFill>
                <a:latin typeface="Arial"/>
                <a:cs typeface="Arial"/>
              </a:rPr>
              <a:t>Generation</a:t>
            </a:r>
            <a:r>
              <a:rPr dirty="0" sz="1150" spc="-2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38BCF7"/>
                </a:solidFill>
                <a:latin typeface="Arial"/>
                <a:cs typeface="Arial"/>
              </a:rPr>
              <a:t>Parameters</a:t>
            </a:r>
            <a:endParaRPr sz="1150">
              <a:latin typeface="Arial"/>
              <a:cs typeface="Arial"/>
            </a:endParaRPr>
          </a:p>
          <a:p>
            <a:pPr marL="191770" marR="1231265">
              <a:lnSpc>
                <a:spcPct val="133300"/>
              </a:lnSpc>
              <a:spcBef>
                <a:spcPts val="180"/>
              </a:spcBef>
            </a:pPr>
            <a:r>
              <a:rPr dirty="0" sz="950" spc="-10" b="1">
                <a:solidFill>
                  <a:srgbClr val="93A3B8"/>
                </a:solidFill>
                <a:latin typeface="Arial"/>
                <a:cs typeface="Arial"/>
              </a:rPr>
              <a:t>Target</a:t>
            </a:r>
            <a:r>
              <a:rPr dirty="0" sz="950" spc="4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Subjects:</a:t>
            </a:r>
            <a:r>
              <a:rPr dirty="0" sz="950" spc="4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Data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Structures,</a:t>
            </a:r>
            <a:r>
              <a:rPr dirty="0" sz="9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DBMS,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Java,</a:t>
            </a:r>
            <a:r>
              <a:rPr dirty="0" sz="950" spc="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Python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Available Daily Time:</a:t>
            </a:r>
            <a:r>
              <a:rPr dirty="0" sz="950" spc="-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2.5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Hours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10">
                <a:solidFill>
                  <a:srgbClr val="93A3B8"/>
                </a:solidFill>
                <a:latin typeface="Tahoma"/>
                <a:cs typeface="Tahoma"/>
              </a:rPr>
              <a:t>/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Day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(5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Days/Week)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Timeline:</a:t>
            </a:r>
            <a:r>
              <a:rPr dirty="0" sz="950" spc="3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30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Days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to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Semester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Exams</a:t>
            </a:r>
            <a:endParaRPr sz="950">
              <a:latin typeface="Tahoma"/>
              <a:cs typeface="Tahoma"/>
            </a:endParaRPr>
          </a:p>
          <a:p>
            <a:pPr marL="191770">
              <a:lnSpc>
                <a:spcPct val="100000"/>
              </a:lnSpc>
              <a:spcBef>
                <a:spcPts val="380"/>
              </a:spcBef>
            </a:pP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Diagnostic</a:t>
            </a:r>
            <a:r>
              <a:rPr dirty="0" sz="950" spc="7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Baseline:</a:t>
            </a:r>
            <a:r>
              <a:rPr dirty="0" sz="950" spc="70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Initial</a:t>
            </a:r>
            <a:r>
              <a:rPr dirty="0" sz="95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Assessment</a:t>
            </a:r>
            <a:r>
              <a:rPr dirty="0" sz="950" spc="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Score</a:t>
            </a:r>
            <a:r>
              <a:rPr dirty="0" sz="95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(58%)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950">
              <a:latin typeface="Tahoma"/>
              <a:cs typeface="Tahoma"/>
            </a:endParaRPr>
          </a:p>
          <a:p>
            <a:pPr marL="191770">
              <a:lnSpc>
                <a:spcPct val="100000"/>
              </a:lnSpc>
            </a:pP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Synthesized</a:t>
            </a:r>
            <a:r>
              <a:rPr dirty="0" sz="1150" spc="-5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Weekly</a:t>
            </a:r>
            <a:r>
              <a:rPr dirty="0" sz="1150" spc="-5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34D399"/>
                </a:solidFill>
                <a:latin typeface="Arial"/>
                <a:cs typeface="Arial"/>
              </a:rPr>
              <a:t>Milestone</a:t>
            </a:r>
            <a:endParaRPr sz="1150">
              <a:latin typeface="Arial"/>
              <a:cs typeface="Arial"/>
            </a:endParaRPr>
          </a:p>
          <a:p>
            <a:pPr marL="381635" indent="-170815">
              <a:lnSpc>
                <a:spcPct val="100000"/>
              </a:lnSpc>
              <a:spcBef>
                <a:spcPts val="46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81635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Phase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1</a:t>
            </a:r>
            <a:r>
              <a:rPr dirty="0" sz="950" spc="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(Learn):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1NF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to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70">
                <a:solidFill>
                  <a:srgbClr val="CAD4E1"/>
                </a:solidFill>
                <a:latin typeface="Tahoma"/>
                <a:cs typeface="Tahoma"/>
              </a:rPr>
              <a:t>BCNF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Normalization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deep-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dive.</a:t>
            </a:r>
            <a:endParaRPr sz="950">
              <a:latin typeface="Tahoma"/>
              <a:cs typeface="Tahoma"/>
            </a:endParaRPr>
          </a:p>
          <a:p>
            <a:pPr marL="381635" indent="-170815">
              <a:lnSpc>
                <a:spcPct val="100000"/>
              </a:lnSpc>
              <a:spcBef>
                <a:spcPts val="86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81635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Phase</a:t>
            </a:r>
            <a:r>
              <a:rPr dirty="0" sz="950" spc="4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2</a:t>
            </a:r>
            <a:r>
              <a:rPr dirty="0" sz="950" spc="4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(Practice):</a:t>
            </a:r>
            <a:r>
              <a:rPr dirty="0" sz="950" spc="4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Functional</a:t>
            </a:r>
            <a:r>
              <a:rPr dirty="0" sz="950" spc="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dependency</a:t>
            </a:r>
            <a:r>
              <a:rPr dirty="0" sz="950" spc="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schema</a:t>
            </a:r>
            <a:r>
              <a:rPr dirty="0" sz="950" spc="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synthesis.</a:t>
            </a:r>
            <a:endParaRPr sz="950">
              <a:latin typeface="Tahoma"/>
              <a:cs typeface="Tahoma"/>
            </a:endParaRPr>
          </a:p>
          <a:p>
            <a:pPr marL="381635" indent="-170815">
              <a:lnSpc>
                <a:spcPct val="100000"/>
              </a:lnSpc>
              <a:spcBef>
                <a:spcPts val="86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81635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Phase</a:t>
            </a:r>
            <a:r>
              <a:rPr dirty="0" sz="950" spc="-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3</a:t>
            </a:r>
            <a:r>
              <a:rPr dirty="0" sz="950" spc="-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(Active Recall):</a:t>
            </a:r>
            <a:r>
              <a:rPr dirty="0" sz="950" spc="-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Auto-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generated</a:t>
            </a:r>
            <a:r>
              <a:rPr dirty="0" sz="950" spc="-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diagnostic</a:t>
            </a:r>
            <a:r>
              <a:rPr dirty="0" sz="950" spc="-4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quiz.</a:t>
            </a:r>
            <a:endParaRPr sz="950">
              <a:latin typeface="Tahoma"/>
              <a:cs typeface="Tahoma"/>
            </a:endParaRPr>
          </a:p>
          <a:p>
            <a:pPr marL="382270" marR="452755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822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Phase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4</a:t>
            </a:r>
            <a:r>
              <a:rPr dirty="0" sz="950" spc="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(Adapt):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Boyce-Codd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gap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detected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→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auto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revision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sprint scheduled.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16397" y="7122095"/>
            <a:ext cx="124079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Planner</a:t>
            </a: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&amp;</a:t>
            </a: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Adaptive</a:t>
            </a:r>
            <a:r>
              <a:rPr dirty="0" sz="850" spc="-20">
                <a:solidFill>
                  <a:srgbClr val="64748A"/>
                </a:solidFill>
                <a:latin typeface="Tahoma"/>
                <a:cs typeface="Tahoma"/>
              </a:rPr>
              <a:t> Cycle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34000" y="1301077"/>
            <a:ext cx="4410075" cy="2595880"/>
            <a:chOff x="5634000" y="1301077"/>
            <a:chExt cx="4410075" cy="2595880"/>
          </a:xfrm>
        </p:grpSpPr>
        <p:sp>
          <p:nvSpPr>
            <p:cNvPr id="3" name="object 3"/>
            <p:cNvSpPr/>
            <p:nvPr/>
          </p:nvSpPr>
          <p:spPr>
            <a:xfrm>
              <a:off x="5634000" y="1301077"/>
              <a:ext cx="4410075" cy="2595880"/>
            </a:xfrm>
            <a:custGeom>
              <a:avLst/>
              <a:gdLst/>
              <a:ahLst/>
              <a:cxnLst/>
              <a:rect l="l" t="t" r="r" b="b"/>
              <a:pathLst>
                <a:path w="4410075" h="2595879">
                  <a:moveTo>
                    <a:pt x="4324275" y="2595876"/>
                  </a:moveTo>
                  <a:lnTo>
                    <a:pt x="85725" y="2595876"/>
                  </a:lnTo>
                  <a:lnTo>
                    <a:pt x="52439" y="2589112"/>
                  </a:lnTo>
                  <a:lnTo>
                    <a:pt x="25181" y="2570695"/>
                  </a:lnTo>
                  <a:lnTo>
                    <a:pt x="6764" y="2543437"/>
                  </a:lnTo>
                  <a:lnTo>
                    <a:pt x="0" y="251015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2510151"/>
                  </a:lnTo>
                  <a:lnTo>
                    <a:pt x="4403235" y="2543437"/>
                  </a:lnTo>
                  <a:lnTo>
                    <a:pt x="4384818" y="2570695"/>
                  </a:lnTo>
                  <a:lnTo>
                    <a:pt x="4357560" y="2589112"/>
                  </a:lnTo>
                  <a:lnTo>
                    <a:pt x="4324275" y="259587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59182" y="385085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09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09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34000" y="1326258"/>
              <a:ext cx="46355" cy="2545715"/>
            </a:xfrm>
            <a:custGeom>
              <a:avLst/>
              <a:gdLst/>
              <a:ahLst/>
              <a:cxnLst/>
              <a:rect l="l" t="t" r="r" b="b"/>
              <a:pathLst>
                <a:path w="46354" h="2545715">
                  <a:moveTo>
                    <a:pt x="25181" y="2545513"/>
                  </a:moveTo>
                  <a:lnTo>
                    <a:pt x="6764" y="2518255"/>
                  </a:lnTo>
                  <a:lnTo>
                    <a:pt x="0" y="248497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2484970"/>
                  </a:lnTo>
                  <a:lnTo>
                    <a:pt x="41857" y="2514557"/>
                  </a:lnTo>
                  <a:lnTo>
                    <a:pt x="46097" y="2524597"/>
                  </a:lnTo>
                  <a:lnTo>
                    <a:pt x="25181" y="2545513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59171" y="1301083"/>
              <a:ext cx="4385310" cy="2571115"/>
            </a:xfrm>
            <a:custGeom>
              <a:avLst/>
              <a:gdLst/>
              <a:ahLst/>
              <a:cxnLst/>
              <a:rect l="l" t="t" r="r" b="b"/>
              <a:pathLst>
                <a:path w="4385309" h="2571115">
                  <a:moveTo>
                    <a:pt x="4384827" y="85725"/>
                  </a:moveTo>
                  <a:lnTo>
                    <a:pt x="4378058" y="52438"/>
                  </a:lnTo>
                  <a:lnTo>
                    <a:pt x="4359643" y="25184"/>
                  </a:lnTo>
                  <a:lnTo>
                    <a:pt x="4336466" y="9525"/>
                  </a:lnTo>
                  <a:lnTo>
                    <a:pt x="4332389" y="6769"/>
                  </a:lnTo>
                  <a:lnTo>
                    <a:pt x="4299102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62" y="15532"/>
                  </a:lnTo>
                  <a:lnTo>
                    <a:pt x="60553" y="9525"/>
                  </a:lnTo>
                  <a:lnTo>
                    <a:pt x="4299102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302" y="85725"/>
                  </a:lnTo>
                  <a:lnTo>
                    <a:pt x="4375302" y="2510155"/>
                  </a:lnTo>
                  <a:lnTo>
                    <a:pt x="4369282" y="2539733"/>
                  </a:lnTo>
                  <a:lnTo>
                    <a:pt x="4352912" y="2563965"/>
                  </a:lnTo>
                  <a:lnTo>
                    <a:pt x="4359643" y="2570696"/>
                  </a:lnTo>
                  <a:lnTo>
                    <a:pt x="4378058" y="2543441"/>
                  </a:lnTo>
                  <a:lnTo>
                    <a:pt x="4384827" y="2510155"/>
                  </a:lnTo>
                  <a:lnTo>
                    <a:pt x="4384827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06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451358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5.</a:t>
            </a:r>
            <a:r>
              <a:rPr dirty="0" sz="1800" spc="-45"/>
              <a:t> </a:t>
            </a:r>
            <a:r>
              <a:rPr dirty="0" sz="1800" spc="-10"/>
              <a:t>Technologies</a:t>
            </a:r>
            <a:r>
              <a:rPr dirty="0" sz="1800" spc="-40"/>
              <a:t> </a:t>
            </a:r>
            <a:r>
              <a:rPr dirty="0" sz="1800"/>
              <a:t>Used</a:t>
            </a:r>
            <a:r>
              <a:rPr dirty="0" sz="1800" spc="-40"/>
              <a:t> </a:t>
            </a:r>
            <a:r>
              <a:rPr dirty="0" sz="1800"/>
              <a:t>&amp;</a:t>
            </a:r>
            <a:r>
              <a:rPr dirty="0" sz="1800" spc="-40"/>
              <a:t> </a:t>
            </a:r>
            <a:r>
              <a:rPr dirty="0" sz="1800"/>
              <a:t>Working</a:t>
            </a:r>
            <a:r>
              <a:rPr dirty="0" sz="1800" spc="-40"/>
              <a:t> </a:t>
            </a:r>
            <a:r>
              <a:rPr dirty="0" sz="1800" spc="-10"/>
              <a:t>Process</a:t>
            </a:r>
            <a:endParaRPr sz="18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47999" y="1301077"/>
          <a:ext cx="4486275" cy="1892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8430"/>
                <a:gridCol w="2992755"/>
              </a:tblGrid>
              <a:tr h="28257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950" spc="-10" b="1">
                          <a:solidFill>
                            <a:srgbClr val="A5B3FB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266F0">
                        <a:alpha val="17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950" spc="-10" b="1">
                          <a:solidFill>
                            <a:srgbClr val="A5B3FB"/>
                          </a:solidFill>
                          <a:latin typeface="Arial"/>
                          <a:cs typeface="Arial"/>
                        </a:rPr>
                        <a:t>Technologies</a:t>
                      </a:r>
                      <a:r>
                        <a:rPr dirty="0" sz="950" spc="40" b="1">
                          <a:solidFill>
                            <a:srgbClr val="A5B3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A5B3FB"/>
                          </a:solidFill>
                          <a:latin typeface="Arial"/>
                          <a:cs typeface="Arial"/>
                        </a:rPr>
                        <a:t>Deployed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266F0">
                        <a:alpha val="17999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 spc="-1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Frontend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HTML5,</a:t>
                      </a:r>
                      <a:r>
                        <a:rPr dirty="0" sz="900" spc="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Modern</a:t>
                      </a:r>
                      <a:r>
                        <a:rPr dirty="0" sz="900" spc="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5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CSS3,</a:t>
                      </a:r>
                      <a:r>
                        <a:rPr dirty="0" sz="900" spc="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JavaScript,</a:t>
                      </a:r>
                      <a:r>
                        <a:rPr dirty="0" sz="900" spc="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React.js</a:t>
                      </a:r>
                      <a:r>
                        <a:rPr dirty="0" sz="900" spc="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900" spc="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Vite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 spc="-1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(FastAPI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Flask)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Node.js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Microservices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900" spc="-1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668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355600">
                        <a:lnSpc>
                          <a:spcPts val="900"/>
                        </a:lnSpc>
                        <a:spcBef>
                          <a:spcPts val="570"/>
                        </a:spcBef>
                      </a:pP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MongoDB</a:t>
                      </a:r>
                      <a:r>
                        <a:rPr dirty="0" sz="900" spc="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(Learner</a:t>
                      </a:r>
                      <a:r>
                        <a:rPr dirty="0" sz="900" spc="1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Profiles)</a:t>
                      </a:r>
                      <a:r>
                        <a:rPr dirty="0" sz="900" spc="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900" spc="1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5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MySQL</a:t>
                      </a:r>
                      <a:r>
                        <a:rPr dirty="0" sz="900" spc="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(Academic Records)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7239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90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AI / </a:t>
                      </a:r>
                      <a:r>
                        <a:rPr dirty="0" sz="900" spc="-1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Agentic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668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568325">
                        <a:lnSpc>
                          <a:spcPts val="900"/>
                        </a:lnSpc>
                        <a:spcBef>
                          <a:spcPts val="570"/>
                        </a:spcBef>
                      </a:pP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Large</a:t>
                      </a:r>
                      <a:r>
                        <a:rPr dirty="0" sz="900" spc="7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Language</a:t>
                      </a:r>
                      <a:r>
                        <a:rPr dirty="0" sz="900" spc="8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Models</a:t>
                      </a:r>
                      <a:r>
                        <a:rPr dirty="0" sz="900" spc="8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(LLMs),</a:t>
                      </a:r>
                      <a:r>
                        <a:rPr dirty="0" sz="900" spc="8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LangChain</a:t>
                      </a:r>
                      <a:r>
                        <a:rPr dirty="0" sz="900" spc="8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8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900" spc="-1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LangGraph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7239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APIs</a:t>
                      </a:r>
                      <a:r>
                        <a:rPr dirty="0" sz="900" spc="-1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900" spc="-10" b="1">
                          <a:solidFill>
                            <a:srgbClr val="CAD4E1"/>
                          </a:solidFill>
                          <a:latin typeface="Arial"/>
                          <a:cs typeface="Arial"/>
                        </a:rPr>
                        <a:t> Tools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Vector</a:t>
                      </a:r>
                      <a:r>
                        <a:rPr dirty="0" sz="900" spc="2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5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DB</a:t>
                      </a:r>
                      <a:r>
                        <a:rPr dirty="0" sz="900" spc="2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(FAISS/Pinecone),</a:t>
                      </a:r>
                      <a:r>
                        <a:rPr dirty="0" sz="900" spc="2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Code</a:t>
                      </a:r>
                      <a:r>
                        <a:rPr dirty="0" sz="900" spc="25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Execution</a:t>
                      </a:r>
                      <a:r>
                        <a:rPr dirty="0" sz="900" spc="3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CAD4E1"/>
                          </a:solidFill>
                          <a:latin typeface="Tahoma"/>
                          <a:cs typeface="Tahoma"/>
                        </a:rPr>
                        <a:t>APIs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E1323">
                        <a:alpha val="54998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680098" y="1295286"/>
            <a:ext cx="4332605" cy="244157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780"/>
              </a:spcBef>
            </a:pPr>
            <a:r>
              <a:rPr dirty="0" sz="1150" spc="-10" b="1">
                <a:solidFill>
                  <a:srgbClr val="38BCF7"/>
                </a:solidFill>
                <a:latin typeface="Arial"/>
                <a:cs typeface="Arial"/>
              </a:rPr>
              <a:t>Step-by-</a:t>
            </a:r>
            <a:r>
              <a:rPr dirty="0" sz="1150" b="1">
                <a:solidFill>
                  <a:srgbClr val="38BCF7"/>
                </a:solidFill>
                <a:latin typeface="Arial"/>
                <a:cs typeface="Arial"/>
              </a:rPr>
              <a:t>Step</a:t>
            </a:r>
            <a:r>
              <a:rPr dirty="0" sz="1150" spc="-1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8BCF7"/>
                </a:solidFill>
                <a:latin typeface="Arial"/>
                <a:cs typeface="Arial"/>
              </a:rPr>
              <a:t>Working</a:t>
            </a:r>
            <a:r>
              <a:rPr dirty="0" sz="1150" spc="-1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38BCF7"/>
                </a:solidFill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  <a:p>
            <a:pPr marL="306070" marR="236220" indent="-127635">
              <a:lnSpc>
                <a:spcPct val="129200"/>
              </a:lnSpc>
              <a:spcBef>
                <a:spcPts val="220"/>
              </a:spcBef>
              <a:buFont typeface="Tahoma"/>
              <a:buAutoNum type="arabicPeriod"/>
              <a:tabLst>
                <a:tab pos="306070" algn="l"/>
              </a:tabLst>
            </a:pP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Input:</a:t>
            </a:r>
            <a:r>
              <a:rPr dirty="0" sz="90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Student</a:t>
            </a:r>
            <a:r>
              <a:rPr dirty="0" sz="90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inputs</a:t>
            </a:r>
            <a:r>
              <a:rPr dirty="0" sz="90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subjects,</a:t>
            </a:r>
            <a:r>
              <a:rPr dirty="0" sz="90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upcoming</a:t>
            </a:r>
            <a:r>
              <a:rPr dirty="0" sz="90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goals,</a:t>
            </a:r>
            <a:r>
              <a:rPr dirty="0" sz="90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available</a:t>
            </a:r>
            <a:r>
              <a:rPr dirty="0" sz="90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study</a:t>
            </a:r>
            <a:r>
              <a:rPr dirty="0" sz="90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hours,</a:t>
            </a:r>
            <a:r>
              <a:rPr dirty="0" sz="900" spc="-25">
                <a:solidFill>
                  <a:srgbClr val="CAD4E1"/>
                </a:solidFill>
                <a:latin typeface="Tahoma"/>
                <a:cs typeface="Tahoma"/>
              </a:rPr>
              <a:t> and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initial</a:t>
            </a:r>
            <a:r>
              <a:rPr dirty="0" sz="90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scores.</a:t>
            </a:r>
            <a:endParaRPr sz="900">
              <a:latin typeface="Tahoma"/>
              <a:cs typeface="Tahoma"/>
            </a:endParaRPr>
          </a:p>
          <a:p>
            <a:pPr marL="306070" marR="426084" indent="-127635">
              <a:lnSpc>
                <a:spcPct val="129200"/>
              </a:lnSpc>
              <a:buFont typeface="Tahoma"/>
              <a:buAutoNum type="arabicPeriod"/>
              <a:tabLst>
                <a:tab pos="306070" algn="l"/>
              </a:tabLst>
            </a:pP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AI</a:t>
            </a:r>
            <a:r>
              <a:rPr dirty="0" sz="900" spc="3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Analysis:</a:t>
            </a:r>
            <a:r>
              <a:rPr dirty="0" sz="900" spc="2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Agent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analyzes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prerequisites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constructs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knowledge graph.</a:t>
            </a:r>
            <a:endParaRPr sz="900">
              <a:latin typeface="Tahoma"/>
              <a:cs typeface="Tahoma"/>
            </a:endParaRPr>
          </a:p>
          <a:p>
            <a:pPr marL="306070" marR="539750" indent="-127635">
              <a:lnSpc>
                <a:spcPct val="129200"/>
              </a:lnSpc>
              <a:buFont typeface="Tahoma"/>
              <a:buAutoNum type="arabicPeriod"/>
              <a:tabLst>
                <a:tab pos="306070" algn="l"/>
              </a:tabLst>
            </a:pP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Plan</a:t>
            </a:r>
            <a:r>
              <a:rPr dirty="0" sz="900" spc="5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Generation:</a:t>
            </a:r>
            <a:r>
              <a:rPr dirty="0" sz="900" spc="6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Personalized</a:t>
            </a:r>
            <a:r>
              <a:rPr dirty="0" sz="90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daily/weekly</a:t>
            </a:r>
            <a:r>
              <a:rPr dirty="0" sz="90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schedule</a:t>
            </a:r>
            <a:r>
              <a:rPr dirty="0" sz="90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is</a:t>
            </a:r>
            <a:r>
              <a:rPr dirty="0" sz="90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dynamically generated.</a:t>
            </a:r>
            <a:endParaRPr sz="900">
              <a:latin typeface="Tahoma"/>
              <a:cs typeface="Tahoma"/>
            </a:endParaRPr>
          </a:p>
          <a:p>
            <a:pPr marL="306070" marR="242570" indent="-127635">
              <a:lnSpc>
                <a:spcPct val="129200"/>
              </a:lnSpc>
              <a:buFont typeface="Tahoma"/>
              <a:buAutoNum type="arabicPeriod"/>
              <a:tabLst>
                <a:tab pos="306070" algn="l"/>
              </a:tabLst>
            </a:pP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Resource</a:t>
            </a:r>
            <a:r>
              <a:rPr dirty="0" sz="900" spc="4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Recommendation:</a:t>
            </a:r>
            <a:r>
              <a:rPr dirty="0" sz="900" spc="4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Ranked</a:t>
            </a:r>
            <a:r>
              <a:rPr dirty="0" sz="900" spc="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educational</a:t>
            </a:r>
            <a:r>
              <a:rPr dirty="0" sz="900" spc="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resources</a:t>
            </a:r>
            <a:r>
              <a:rPr dirty="0" sz="900" spc="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00" spc="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practice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tasks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are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served.</a:t>
            </a:r>
            <a:endParaRPr sz="900">
              <a:latin typeface="Tahoma"/>
              <a:cs typeface="Tahoma"/>
            </a:endParaRPr>
          </a:p>
          <a:p>
            <a:pPr marL="306070" marR="273685" indent="-127635">
              <a:lnSpc>
                <a:spcPct val="129200"/>
              </a:lnSpc>
              <a:buFont typeface="Tahoma"/>
              <a:buAutoNum type="arabicPeriod"/>
              <a:tabLst>
                <a:tab pos="306070" algn="l"/>
              </a:tabLst>
            </a:pP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Automated</a:t>
            </a:r>
            <a:r>
              <a:rPr dirty="0" sz="900" spc="3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AD4E1"/>
                </a:solidFill>
                <a:latin typeface="Arial"/>
                <a:cs typeface="Arial"/>
              </a:rPr>
              <a:t>Assessment:</a:t>
            </a:r>
            <a:r>
              <a:rPr dirty="0" sz="900" spc="3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Periodic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active-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recall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quizzes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test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retention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CAD4E1"/>
                </a:solidFill>
                <a:latin typeface="Tahoma"/>
                <a:cs typeface="Tahoma"/>
              </a:rPr>
              <a:t>and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concept</a:t>
            </a:r>
            <a:r>
              <a:rPr dirty="0" sz="900" spc="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grasp.</a:t>
            </a:r>
            <a:endParaRPr sz="900">
              <a:latin typeface="Tahoma"/>
              <a:cs typeface="Tahoma"/>
            </a:endParaRPr>
          </a:p>
          <a:p>
            <a:pPr marL="306070" marR="495300" indent="-127635">
              <a:lnSpc>
                <a:spcPct val="129200"/>
              </a:lnSpc>
              <a:buFont typeface="Tahoma"/>
              <a:buAutoNum type="arabicPeriod"/>
              <a:tabLst>
                <a:tab pos="306070" algn="l"/>
              </a:tabLst>
            </a:pPr>
            <a:r>
              <a:rPr dirty="0" sz="900" spc="-10" b="1">
                <a:solidFill>
                  <a:srgbClr val="CAD4E1"/>
                </a:solidFill>
                <a:latin typeface="Arial"/>
                <a:cs typeface="Arial"/>
              </a:rPr>
              <a:t>Adaptation:</a:t>
            </a:r>
            <a:r>
              <a:rPr dirty="0" sz="900" spc="3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Diagnostics isolate weak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CAD4E1"/>
                </a:solidFill>
                <a:latin typeface="Tahoma"/>
                <a:cs typeface="Tahoma"/>
              </a:rPr>
              <a:t>areas and recalibrate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the</a:t>
            </a:r>
            <a:r>
              <a:rPr dirty="0" sz="90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CAD4E1"/>
                </a:solidFill>
                <a:latin typeface="Tahoma"/>
                <a:cs typeface="Tahoma"/>
              </a:rPr>
              <a:t>future roadmap.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29292" y="7122095"/>
            <a:ext cx="11277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Tech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Stack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&amp;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Workflow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000" y="1301077"/>
            <a:ext cx="4410075" cy="1867535"/>
            <a:chOff x="648000" y="1301077"/>
            <a:chExt cx="4410075" cy="1867535"/>
          </a:xfrm>
        </p:grpSpPr>
        <p:sp>
          <p:nvSpPr>
            <p:cNvPr id="3" name="object 3"/>
            <p:cNvSpPr/>
            <p:nvPr/>
          </p:nvSpPr>
          <p:spPr>
            <a:xfrm>
              <a:off x="648000" y="1301077"/>
              <a:ext cx="4410075" cy="1867535"/>
            </a:xfrm>
            <a:custGeom>
              <a:avLst/>
              <a:gdLst/>
              <a:ahLst/>
              <a:cxnLst/>
              <a:rect l="l" t="t" r="r" b="b"/>
              <a:pathLst>
                <a:path w="4410075" h="1867535">
                  <a:moveTo>
                    <a:pt x="4324275" y="1866909"/>
                  </a:moveTo>
                  <a:lnTo>
                    <a:pt x="85725" y="1866909"/>
                  </a:lnTo>
                  <a:lnTo>
                    <a:pt x="52439" y="1860145"/>
                  </a:lnTo>
                  <a:lnTo>
                    <a:pt x="25181" y="1841727"/>
                  </a:lnTo>
                  <a:lnTo>
                    <a:pt x="6764" y="1814469"/>
                  </a:lnTo>
                  <a:lnTo>
                    <a:pt x="0" y="1781184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781184"/>
                  </a:lnTo>
                  <a:lnTo>
                    <a:pt x="4403235" y="1814469"/>
                  </a:lnTo>
                  <a:lnTo>
                    <a:pt x="4384818" y="1841727"/>
                  </a:lnTo>
                  <a:lnTo>
                    <a:pt x="4357560" y="1860145"/>
                  </a:lnTo>
                  <a:lnTo>
                    <a:pt x="4324275" y="1866909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48000" y="1301077"/>
              <a:ext cx="4410075" cy="1867535"/>
            </a:xfrm>
            <a:custGeom>
              <a:avLst/>
              <a:gdLst/>
              <a:ahLst/>
              <a:cxnLst/>
              <a:rect l="l" t="t" r="r" b="b"/>
              <a:pathLst>
                <a:path w="4410075" h="1867535">
                  <a:moveTo>
                    <a:pt x="4324275" y="1866909"/>
                  </a:moveTo>
                  <a:lnTo>
                    <a:pt x="85725" y="1866909"/>
                  </a:lnTo>
                  <a:lnTo>
                    <a:pt x="52439" y="1860145"/>
                  </a:lnTo>
                  <a:lnTo>
                    <a:pt x="25181" y="1841727"/>
                  </a:lnTo>
                  <a:lnTo>
                    <a:pt x="6764" y="1814469"/>
                  </a:lnTo>
                  <a:lnTo>
                    <a:pt x="0" y="1781184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61646" y="9525"/>
                  </a:lnTo>
                  <a:lnTo>
                    <a:pt x="85725" y="9525"/>
                  </a:lnTo>
                  <a:lnTo>
                    <a:pt x="56137" y="15537"/>
                  </a:lnTo>
                  <a:lnTo>
                    <a:pt x="31908" y="31908"/>
                  </a:lnTo>
                  <a:lnTo>
                    <a:pt x="15537" y="56137"/>
                  </a:lnTo>
                  <a:lnTo>
                    <a:pt x="9525" y="85725"/>
                  </a:lnTo>
                  <a:lnTo>
                    <a:pt x="9525" y="1781184"/>
                  </a:lnTo>
                  <a:lnTo>
                    <a:pt x="15537" y="1810771"/>
                  </a:lnTo>
                  <a:lnTo>
                    <a:pt x="31908" y="1835000"/>
                  </a:lnTo>
                  <a:lnTo>
                    <a:pt x="56137" y="1851371"/>
                  </a:lnTo>
                  <a:lnTo>
                    <a:pt x="85725" y="1857384"/>
                  </a:lnTo>
                  <a:lnTo>
                    <a:pt x="4361646" y="1857384"/>
                  </a:lnTo>
                  <a:lnTo>
                    <a:pt x="4357560" y="1860145"/>
                  </a:lnTo>
                  <a:lnTo>
                    <a:pt x="4324275" y="1866909"/>
                  </a:lnTo>
                  <a:close/>
                </a:path>
                <a:path w="4410075" h="1867535">
                  <a:moveTo>
                    <a:pt x="4361646" y="1857384"/>
                  </a:moveTo>
                  <a:lnTo>
                    <a:pt x="4324275" y="1857384"/>
                  </a:lnTo>
                  <a:lnTo>
                    <a:pt x="4353862" y="1851371"/>
                  </a:lnTo>
                  <a:lnTo>
                    <a:pt x="4378091" y="1835000"/>
                  </a:lnTo>
                  <a:lnTo>
                    <a:pt x="4394462" y="1810771"/>
                  </a:lnTo>
                  <a:lnTo>
                    <a:pt x="4400475" y="1781184"/>
                  </a:lnTo>
                  <a:lnTo>
                    <a:pt x="4400475" y="85725"/>
                  </a:lnTo>
                  <a:lnTo>
                    <a:pt x="4394462" y="56137"/>
                  </a:lnTo>
                  <a:lnTo>
                    <a:pt x="4378091" y="31908"/>
                  </a:lnTo>
                  <a:lnTo>
                    <a:pt x="4353862" y="15537"/>
                  </a:lnTo>
                  <a:lnTo>
                    <a:pt x="4324275" y="9525"/>
                  </a:lnTo>
                  <a:lnTo>
                    <a:pt x="4361646" y="9525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781184"/>
                  </a:lnTo>
                  <a:lnTo>
                    <a:pt x="4403235" y="1814469"/>
                  </a:lnTo>
                  <a:lnTo>
                    <a:pt x="4384818" y="1841727"/>
                  </a:lnTo>
                  <a:lnTo>
                    <a:pt x="4361646" y="1857384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5634000" y="1301077"/>
            <a:ext cx="4410075" cy="1737995"/>
            <a:chOff x="5634000" y="1301077"/>
            <a:chExt cx="4410075" cy="1737995"/>
          </a:xfrm>
        </p:grpSpPr>
        <p:sp>
          <p:nvSpPr>
            <p:cNvPr id="6" name="object 6"/>
            <p:cNvSpPr/>
            <p:nvPr/>
          </p:nvSpPr>
          <p:spPr>
            <a:xfrm>
              <a:off x="5634000" y="1301077"/>
              <a:ext cx="4410075" cy="1737995"/>
            </a:xfrm>
            <a:custGeom>
              <a:avLst/>
              <a:gdLst/>
              <a:ahLst/>
              <a:cxnLst/>
              <a:rect l="l" t="t" r="r" b="b"/>
              <a:pathLst>
                <a:path w="4410075" h="1737995">
                  <a:moveTo>
                    <a:pt x="4324275" y="1737683"/>
                  </a:moveTo>
                  <a:lnTo>
                    <a:pt x="85725" y="1737683"/>
                  </a:lnTo>
                  <a:lnTo>
                    <a:pt x="52439" y="1730919"/>
                  </a:lnTo>
                  <a:lnTo>
                    <a:pt x="25181" y="1712502"/>
                  </a:lnTo>
                  <a:lnTo>
                    <a:pt x="6764" y="1685244"/>
                  </a:lnTo>
                  <a:lnTo>
                    <a:pt x="0" y="1651958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651958"/>
                  </a:lnTo>
                  <a:lnTo>
                    <a:pt x="4403235" y="1685244"/>
                  </a:lnTo>
                  <a:lnTo>
                    <a:pt x="4384818" y="1712502"/>
                  </a:lnTo>
                  <a:lnTo>
                    <a:pt x="4357560" y="1730919"/>
                  </a:lnTo>
                  <a:lnTo>
                    <a:pt x="4324275" y="1737683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659182" y="2992663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09" h="46355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09" h="46355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34000" y="1326258"/>
              <a:ext cx="46355" cy="1687830"/>
            </a:xfrm>
            <a:custGeom>
              <a:avLst/>
              <a:gdLst/>
              <a:ahLst/>
              <a:cxnLst/>
              <a:rect l="l" t="t" r="r" b="b"/>
              <a:pathLst>
                <a:path w="46354" h="1687830">
                  <a:moveTo>
                    <a:pt x="25181" y="1687320"/>
                  </a:moveTo>
                  <a:lnTo>
                    <a:pt x="6764" y="1660062"/>
                  </a:lnTo>
                  <a:lnTo>
                    <a:pt x="0" y="1626777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626777"/>
                  </a:lnTo>
                  <a:lnTo>
                    <a:pt x="41857" y="1656364"/>
                  </a:lnTo>
                  <a:lnTo>
                    <a:pt x="46097" y="1666404"/>
                  </a:lnTo>
                  <a:lnTo>
                    <a:pt x="25181" y="168732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59171" y="1301083"/>
              <a:ext cx="4385310" cy="1712595"/>
            </a:xfrm>
            <a:custGeom>
              <a:avLst/>
              <a:gdLst/>
              <a:ahLst/>
              <a:cxnLst/>
              <a:rect l="l" t="t" r="r" b="b"/>
              <a:pathLst>
                <a:path w="4385309" h="1712595">
                  <a:moveTo>
                    <a:pt x="4384827" y="85725"/>
                  </a:moveTo>
                  <a:lnTo>
                    <a:pt x="4378058" y="52438"/>
                  </a:lnTo>
                  <a:lnTo>
                    <a:pt x="4359643" y="25184"/>
                  </a:lnTo>
                  <a:lnTo>
                    <a:pt x="4336466" y="9525"/>
                  </a:lnTo>
                  <a:lnTo>
                    <a:pt x="4332389" y="6769"/>
                  </a:lnTo>
                  <a:lnTo>
                    <a:pt x="4299102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62" y="15532"/>
                  </a:lnTo>
                  <a:lnTo>
                    <a:pt x="60553" y="9525"/>
                  </a:lnTo>
                  <a:lnTo>
                    <a:pt x="4299102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302" y="85725"/>
                  </a:lnTo>
                  <a:lnTo>
                    <a:pt x="4375302" y="1651952"/>
                  </a:lnTo>
                  <a:lnTo>
                    <a:pt x="4369282" y="1681543"/>
                  </a:lnTo>
                  <a:lnTo>
                    <a:pt x="4352912" y="1705775"/>
                  </a:lnTo>
                  <a:lnTo>
                    <a:pt x="4359643" y="1712506"/>
                  </a:lnTo>
                  <a:lnTo>
                    <a:pt x="4378058" y="1685239"/>
                  </a:lnTo>
                  <a:lnTo>
                    <a:pt x="4384827" y="1651952"/>
                  </a:lnTo>
                  <a:lnTo>
                    <a:pt x="4384827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5634000" y="3153061"/>
            <a:ext cx="4410075" cy="774700"/>
            <a:chOff x="5634000" y="3153061"/>
            <a:chExt cx="4410075" cy="774700"/>
          </a:xfrm>
        </p:grpSpPr>
        <p:sp>
          <p:nvSpPr>
            <p:cNvPr id="11" name="object 11"/>
            <p:cNvSpPr/>
            <p:nvPr/>
          </p:nvSpPr>
          <p:spPr>
            <a:xfrm>
              <a:off x="5634000" y="3153061"/>
              <a:ext cx="4410075" cy="774700"/>
            </a:xfrm>
            <a:custGeom>
              <a:avLst/>
              <a:gdLst/>
              <a:ahLst/>
              <a:cxnLst/>
              <a:rect l="l" t="t" r="r" b="b"/>
              <a:pathLst>
                <a:path w="4410075" h="774700">
                  <a:moveTo>
                    <a:pt x="4324275" y="774696"/>
                  </a:moveTo>
                  <a:lnTo>
                    <a:pt x="85725" y="774696"/>
                  </a:lnTo>
                  <a:lnTo>
                    <a:pt x="52439" y="767932"/>
                  </a:lnTo>
                  <a:lnTo>
                    <a:pt x="25181" y="749515"/>
                  </a:lnTo>
                  <a:lnTo>
                    <a:pt x="6764" y="722257"/>
                  </a:lnTo>
                  <a:lnTo>
                    <a:pt x="0" y="68897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688971"/>
                  </a:lnTo>
                  <a:lnTo>
                    <a:pt x="4403235" y="722257"/>
                  </a:lnTo>
                  <a:lnTo>
                    <a:pt x="4384818" y="749515"/>
                  </a:lnTo>
                  <a:lnTo>
                    <a:pt x="4357560" y="767932"/>
                  </a:lnTo>
                  <a:lnTo>
                    <a:pt x="4324275" y="77469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659182" y="3881660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09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09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634000" y="3178242"/>
              <a:ext cx="46355" cy="724535"/>
            </a:xfrm>
            <a:custGeom>
              <a:avLst/>
              <a:gdLst/>
              <a:ahLst/>
              <a:cxnLst/>
              <a:rect l="l" t="t" r="r" b="b"/>
              <a:pathLst>
                <a:path w="46354" h="724535">
                  <a:moveTo>
                    <a:pt x="25181" y="724333"/>
                  </a:moveTo>
                  <a:lnTo>
                    <a:pt x="6764" y="697075"/>
                  </a:lnTo>
                  <a:lnTo>
                    <a:pt x="0" y="66379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663790"/>
                  </a:lnTo>
                  <a:lnTo>
                    <a:pt x="41857" y="693377"/>
                  </a:lnTo>
                  <a:lnTo>
                    <a:pt x="46097" y="703417"/>
                  </a:lnTo>
                  <a:lnTo>
                    <a:pt x="25181" y="724333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659171" y="3153061"/>
              <a:ext cx="4385310" cy="749935"/>
            </a:xfrm>
            <a:custGeom>
              <a:avLst/>
              <a:gdLst/>
              <a:ahLst/>
              <a:cxnLst/>
              <a:rect l="l" t="t" r="r" b="b"/>
              <a:pathLst>
                <a:path w="4385309" h="749935">
                  <a:moveTo>
                    <a:pt x="4384827" y="85725"/>
                  </a:moveTo>
                  <a:lnTo>
                    <a:pt x="4378058" y="52451"/>
                  </a:lnTo>
                  <a:lnTo>
                    <a:pt x="4359643" y="25184"/>
                  </a:lnTo>
                  <a:lnTo>
                    <a:pt x="4336466" y="9525"/>
                  </a:lnTo>
                  <a:lnTo>
                    <a:pt x="4332389" y="6769"/>
                  </a:lnTo>
                  <a:lnTo>
                    <a:pt x="4299102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15"/>
                  </a:lnTo>
                  <a:lnTo>
                    <a:pt x="42062" y="15544"/>
                  </a:lnTo>
                  <a:lnTo>
                    <a:pt x="60553" y="9525"/>
                  </a:lnTo>
                  <a:lnTo>
                    <a:pt x="4299102" y="9525"/>
                  </a:lnTo>
                  <a:lnTo>
                    <a:pt x="4328680" y="15544"/>
                  </a:lnTo>
                  <a:lnTo>
                    <a:pt x="4352912" y="31915"/>
                  </a:lnTo>
                  <a:lnTo>
                    <a:pt x="4369282" y="56146"/>
                  </a:lnTo>
                  <a:lnTo>
                    <a:pt x="4375302" y="85725"/>
                  </a:lnTo>
                  <a:lnTo>
                    <a:pt x="4375302" y="688975"/>
                  </a:lnTo>
                  <a:lnTo>
                    <a:pt x="4369282" y="718566"/>
                  </a:lnTo>
                  <a:lnTo>
                    <a:pt x="4352912" y="742797"/>
                  </a:lnTo>
                  <a:lnTo>
                    <a:pt x="4359643" y="749515"/>
                  </a:lnTo>
                  <a:lnTo>
                    <a:pt x="4378058" y="722261"/>
                  </a:lnTo>
                  <a:lnTo>
                    <a:pt x="4384827" y="688975"/>
                  </a:lnTo>
                  <a:lnTo>
                    <a:pt x="4384827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07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61588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6.</a:t>
            </a:r>
            <a:r>
              <a:rPr dirty="0" sz="1800" spc="-10"/>
              <a:t> </a:t>
            </a:r>
            <a:r>
              <a:rPr dirty="0" sz="1800"/>
              <a:t>Student</a:t>
            </a:r>
            <a:r>
              <a:rPr dirty="0" sz="1800" spc="-10"/>
              <a:t> </a:t>
            </a:r>
            <a:r>
              <a:rPr dirty="0" sz="1800"/>
              <a:t>Analytics</a:t>
            </a:r>
            <a:r>
              <a:rPr dirty="0" sz="1800" spc="-5"/>
              <a:t> </a:t>
            </a:r>
            <a:r>
              <a:rPr dirty="0" sz="1800"/>
              <a:t>Dashboard</a:t>
            </a:r>
            <a:r>
              <a:rPr dirty="0" sz="1800" spc="-10"/>
              <a:t> </a:t>
            </a:r>
            <a:r>
              <a:rPr dirty="0" sz="1800"/>
              <a:t>&amp;</a:t>
            </a:r>
            <a:r>
              <a:rPr dirty="0" sz="1800" spc="-5"/>
              <a:t> </a:t>
            </a:r>
            <a:r>
              <a:rPr dirty="0" sz="1800"/>
              <a:t>Performance</a:t>
            </a:r>
            <a:r>
              <a:rPr dirty="0" sz="1800" spc="-10"/>
              <a:t> Tracking</a:t>
            </a:r>
            <a:endParaRPr sz="1800"/>
          </a:p>
        </p:txBody>
      </p:sp>
      <p:sp>
        <p:nvSpPr>
          <p:cNvPr id="17" name="object 17"/>
          <p:cNvSpPr txBox="1"/>
          <p:nvPr/>
        </p:nvSpPr>
        <p:spPr>
          <a:xfrm>
            <a:off x="816274" y="1391670"/>
            <a:ext cx="1837689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Subject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Mastery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Python</a:t>
            </a:r>
            <a:r>
              <a:rPr dirty="0" sz="950" spc="-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0F4F9"/>
                </a:solidFill>
                <a:latin typeface="Arial"/>
                <a:cs typeface="Arial"/>
              </a:rPr>
              <a:t>Programming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52678" y="1658907"/>
            <a:ext cx="93726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8BCF7"/>
                </a:solidFill>
                <a:latin typeface="Arial"/>
                <a:cs typeface="Arial"/>
              </a:rPr>
              <a:t>82% </a:t>
            </a:r>
            <a:r>
              <a:rPr dirty="0" sz="950" spc="-10" b="1">
                <a:solidFill>
                  <a:srgbClr val="38BCF7"/>
                </a:solidFill>
                <a:latin typeface="Arial"/>
                <a:cs typeface="Arial"/>
              </a:rPr>
              <a:t>(Proficient)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6274" y="1989110"/>
            <a:ext cx="171450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Algorithms</a:t>
            </a:r>
            <a:r>
              <a:rPr dirty="0" sz="950" spc="-1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&amp;</a:t>
            </a:r>
            <a:r>
              <a:rPr dirty="0" sz="950" spc="-1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Data</a:t>
            </a:r>
            <a:r>
              <a:rPr dirty="0" sz="950" spc="-1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0F4F9"/>
                </a:solidFill>
                <a:latin typeface="Arial"/>
                <a:cs typeface="Arial"/>
              </a:rPr>
              <a:t>Structures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79696" y="1989110"/>
            <a:ext cx="10102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8BCF7"/>
                </a:solidFill>
                <a:latin typeface="Arial"/>
                <a:cs typeface="Arial"/>
              </a:rPr>
              <a:t>74% </a:t>
            </a:r>
            <a:r>
              <a:rPr dirty="0" sz="950" spc="-10" b="1">
                <a:solidFill>
                  <a:srgbClr val="38BCF7"/>
                </a:solidFill>
                <a:latin typeface="Arial"/>
                <a:cs typeface="Arial"/>
              </a:rPr>
              <a:t>(Competent)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6274" y="2319313"/>
            <a:ext cx="14763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Java</a:t>
            </a:r>
            <a:r>
              <a:rPr dirty="0" sz="950" spc="-1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(OOP</a:t>
            </a:r>
            <a:r>
              <a:rPr dirty="0" sz="950" spc="-1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&amp;</a:t>
            </a:r>
            <a:r>
              <a:rPr dirty="0" sz="950" spc="-15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0F4F9"/>
                </a:solidFill>
                <a:latin typeface="Arial"/>
                <a:cs typeface="Arial"/>
              </a:rPr>
              <a:t>Collections)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72947" y="2319313"/>
            <a:ext cx="9169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8BCF7"/>
                </a:solidFill>
                <a:latin typeface="Arial"/>
                <a:cs typeface="Arial"/>
              </a:rPr>
              <a:t>68% </a:t>
            </a:r>
            <a:r>
              <a:rPr dirty="0" sz="950" spc="-10" b="1">
                <a:solidFill>
                  <a:srgbClr val="38BCF7"/>
                </a:solidFill>
                <a:latin typeface="Arial"/>
                <a:cs typeface="Arial"/>
              </a:rPr>
              <a:t>(Moderate)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6274" y="2649516"/>
            <a:ext cx="23298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Database</a:t>
            </a:r>
            <a:r>
              <a:rPr dirty="0" sz="950" spc="-20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Management</a:t>
            </a:r>
            <a:r>
              <a:rPr dirty="0" sz="950" spc="-20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0F4F9"/>
                </a:solidFill>
                <a:latin typeface="Arial"/>
                <a:cs typeface="Arial"/>
              </a:rPr>
              <a:t>Systems</a:t>
            </a:r>
            <a:r>
              <a:rPr dirty="0" sz="950" spc="-20" b="1">
                <a:solidFill>
                  <a:srgbClr val="F0F4F9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0F4F9"/>
                </a:solidFill>
                <a:latin typeface="Arial"/>
                <a:cs typeface="Arial"/>
              </a:rPr>
              <a:t>(DBMS)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58067" y="2649516"/>
            <a:ext cx="11322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EF4444"/>
                </a:solidFill>
                <a:latin typeface="Arial"/>
                <a:cs typeface="Arial"/>
              </a:rPr>
              <a:t>55%</a:t>
            </a:r>
            <a:r>
              <a:rPr dirty="0" sz="950" spc="5" b="1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EF4444"/>
                </a:solidFill>
                <a:latin typeface="Arial"/>
                <a:cs typeface="Arial"/>
              </a:rPr>
              <a:t>(Needs</a:t>
            </a:r>
            <a:r>
              <a:rPr dirty="0" sz="950" spc="5" b="1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EF4444"/>
                </a:solidFill>
                <a:latin typeface="Arial"/>
                <a:cs typeface="Arial"/>
              </a:rPr>
              <a:t>Focus)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34025" y="1637624"/>
            <a:ext cx="3636010" cy="610235"/>
            <a:chOff x="5834025" y="1637624"/>
            <a:chExt cx="3636010" cy="610235"/>
          </a:xfrm>
        </p:grpSpPr>
        <p:sp>
          <p:nvSpPr>
            <p:cNvPr id="26" name="object 26"/>
            <p:cNvSpPr/>
            <p:nvPr/>
          </p:nvSpPr>
          <p:spPr>
            <a:xfrm>
              <a:off x="5834025" y="1637624"/>
              <a:ext cx="1793239" cy="177800"/>
            </a:xfrm>
            <a:custGeom>
              <a:avLst/>
              <a:gdLst/>
              <a:ahLst/>
              <a:cxnLst/>
              <a:rect l="l" t="t" r="r" b="b"/>
              <a:pathLst>
                <a:path w="1793240" h="177800">
                  <a:moveTo>
                    <a:pt x="1754627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1754627" y="0"/>
                  </a:lnTo>
                  <a:lnTo>
                    <a:pt x="1769421" y="3006"/>
                  </a:lnTo>
                  <a:lnTo>
                    <a:pt x="1781535" y="11191"/>
                  </a:lnTo>
                  <a:lnTo>
                    <a:pt x="1789721" y="23306"/>
                  </a:lnTo>
                  <a:lnTo>
                    <a:pt x="1792727" y="38100"/>
                  </a:lnTo>
                  <a:lnTo>
                    <a:pt x="1792727" y="139703"/>
                  </a:lnTo>
                  <a:lnTo>
                    <a:pt x="1789721" y="154496"/>
                  </a:lnTo>
                  <a:lnTo>
                    <a:pt x="1781535" y="166611"/>
                  </a:lnTo>
                  <a:lnTo>
                    <a:pt x="1769421" y="174796"/>
                  </a:lnTo>
                  <a:lnTo>
                    <a:pt x="1754627" y="177803"/>
                  </a:lnTo>
                  <a:close/>
                </a:path>
              </a:pathLst>
            </a:custGeom>
            <a:solidFill>
              <a:srgbClr val="EF4444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834025" y="1637624"/>
              <a:ext cx="1793239" cy="177800"/>
            </a:xfrm>
            <a:custGeom>
              <a:avLst/>
              <a:gdLst/>
              <a:ahLst/>
              <a:cxnLst/>
              <a:rect l="l" t="t" r="r" b="b"/>
              <a:pathLst>
                <a:path w="1793240" h="177800">
                  <a:moveTo>
                    <a:pt x="1754627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1754627" y="0"/>
                  </a:lnTo>
                  <a:lnTo>
                    <a:pt x="1769421" y="3006"/>
                  </a:lnTo>
                  <a:lnTo>
                    <a:pt x="1779068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139703"/>
                  </a:lnTo>
                  <a:lnTo>
                    <a:pt x="11779" y="150798"/>
                  </a:lnTo>
                  <a:lnTo>
                    <a:pt x="17918" y="159884"/>
                  </a:lnTo>
                  <a:lnTo>
                    <a:pt x="27004" y="166023"/>
                  </a:lnTo>
                  <a:lnTo>
                    <a:pt x="38100" y="168278"/>
                  </a:lnTo>
                  <a:lnTo>
                    <a:pt x="1779068" y="168278"/>
                  </a:lnTo>
                  <a:lnTo>
                    <a:pt x="1769421" y="174796"/>
                  </a:lnTo>
                  <a:lnTo>
                    <a:pt x="1754627" y="177803"/>
                  </a:lnTo>
                  <a:close/>
                </a:path>
                <a:path w="1793240" h="177800">
                  <a:moveTo>
                    <a:pt x="1779068" y="168278"/>
                  </a:moveTo>
                  <a:lnTo>
                    <a:pt x="1754627" y="168278"/>
                  </a:lnTo>
                  <a:lnTo>
                    <a:pt x="1765722" y="166023"/>
                  </a:lnTo>
                  <a:lnTo>
                    <a:pt x="1774808" y="159884"/>
                  </a:lnTo>
                  <a:lnTo>
                    <a:pt x="1780948" y="150798"/>
                  </a:lnTo>
                  <a:lnTo>
                    <a:pt x="1783202" y="139703"/>
                  </a:lnTo>
                  <a:lnTo>
                    <a:pt x="1783202" y="38100"/>
                  </a:lnTo>
                  <a:lnTo>
                    <a:pt x="1780948" y="27004"/>
                  </a:lnTo>
                  <a:lnTo>
                    <a:pt x="1774808" y="17918"/>
                  </a:lnTo>
                  <a:lnTo>
                    <a:pt x="1765722" y="11779"/>
                  </a:lnTo>
                  <a:lnTo>
                    <a:pt x="1754627" y="9525"/>
                  </a:lnTo>
                  <a:lnTo>
                    <a:pt x="1779068" y="9525"/>
                  </a:lnTo>
                  <a:lnTo>
                    <a:pt x="1781535" y="11191"/>
                  </a:lnTo>
                  <a:lnTo>
                    <a:pt x="1789721" y="23306"/>
                  </a:lnTo>
                  <a:lnTo>
                    <a:pt x="1792727" y="38100"/>
                  </a:lnTo>
                  <a:lnTo>
                    <a:pt x="1792727" y="139703"/>
                  </a:lnTo>
                  <a:lnTo>
                    <a:pt x="1789721" y="154496"/>
                  </a:lnTo>
                  <a:lnTo>
                    <a:pt x="1781535" y="166611"/>
                  </a:lnTo>
                  <a:lnTo>
                    <a:pt x="1779068" y="16827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707222" y="1637624"/>
              <a:ext cx="1762760" cy="177800"/>
            </a:xfrm>
            <a:custGeom>
              <a:avLst/>
              <a:gdLst/>
              <a:ahLst/>
              <a:cxnLst/>
              <a:rect l="l" t="t" r="r" b="b"/>
              <a:pathLst>
                <a:path w="1762759" h="177800">
                  <a:moveTo>
                    <a:pt x="1724248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1724248" y="0"/>
                  </a:lnTo>
                  <a:lnTo>
                    <a:pt x="1739041" y="3006"/>
                  </a:lnTo>
                  <a:lnTo>
                    <a:pt x="1751156" y="11191"/>
                  </a:lnTo>
                  <a:lnTo>
                    <a:pt x="1759341" y="23306"/>
                  </a:lnTo>
                  <a:lnTo>
                    <a:pt x="1762348" y="38100"/>
                  </a:lnTo>
                  <a:lnTo>
                    <a:pt x="1762348" y="139703"/>
                  </a:lnTo>
                  <a:lnTo>
                    <a:pt x="1759341" y="154496"/>
                  </a:lnTo>
                  <a:lnTo>
                    <a:pt x="1751156" y="166611"/>
                  </a:lnTo>
                  <a:lnTo>
                    <a:pt x="1739041" y="174796"/>
                  </a:lnTo>
                  <a:lnTo>
                    <a:pt x="1724248" y="177803"/>
                  </a:lnTo>
                  <a:close/>
                </a:path>
              </a:pathLst>
            </a:custGeom>
            <a:solidFill>
              <a:srgbClr val="EF4444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07222" y="1637624"/>
              <a:ext cx="1762760" cy="177800"/>
            </a:xfrm>
            <a:custGeom>
              <a:avLst/>
              <a:gdLst/>
              <a:ahLst/>
              <a:cxnLst/>
              <a:rect l="l" t="t" r="r" b="b"/>
              <a:pathLst>
                <a:path w="1762759" h="177800">
                  <a:moveTo>
                    <a:pt x="1724248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1724248" y="0"/>
                  </a:lnTo>
                  <a:lnTo>
                    <a:pt x="1739041" y="3006"/>
                  </a:lnTo>
                  <a:lnTo>
                    <a:pt x="1748689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139703"/>
                  </a:lnTo>
                  <a:lnTo>
                    <a:pt x="11779" y="150798"/>
                  </a:lnTo>
                  <a:lnTo>
                    <a:pt x="17918" y="159884"/>
                  </a:lnTo>
                  <a:lnTo>
                    <a:pt x="27004" y="166023"/>
                  </a:lnTo>
                  <a:lnTo>
                    <a:pt x="38100" y="168278"/>
                  </a:lnTo>
                  <a:lnTo>
                    <a:pt x="1748689" y="168278"/>
                  </a:lnTo>
                  <a:lnTo>
                    <a:pt x="1739041" y="174796"/>
                  </a:lnTo>
                  <a:lnTo>
                    <a:pt x="1724248" y="177803"/>
                  </a:lnTo>
                  <a:close/>
                </a:path>
                <a:path w="1762759" h="177800">
                  <a:moveTo>
                    <a:pt x="1748689" y="168278"/>
                  </a:moveTo>
                  <a:lnTo>
                    <a:pt x="1724248" y="168278"/>
                  </a:lnTo>
                  <a:lnTo>
                    <a:pt x="1735343" y="166023"/>
                  </a:lnTo>
                  <a:lnTo>
                    <a:pt x="1744429" y="159884"/>
                  </a:lnTo>
                  <a:lnTo>
                    <a:pt x="1750568" y="150798"/>
                  </a:lnTo>
                  <a:lnTo>
                    <a:pt x="1752823" y="139703"/>
                  </a:lnTo>
                  <a:lnTo>
                    <a:pt x="1752823" y="38100"/>
                  </a:lnTo>
                  <a:lnTo>
                    <a:pt x="1750568" y="27004"/>
                  </a:lnTo>
                  <a:lnTo>
                    <a:pt x="1744429" y="17918"/>
                  </a:lnTo>
                  <a:lnTo>
                    <a:pt x="1735343" y="11779"/>
                  </a:lnTo>
                  <a:lnTo>
                    <a:pt x="1724248" y="9525"/>
                  </a:lnTo>
                  <a:lnTo>
                    <a:pt x="1748689" y="9525"/>
                  </a:lnTo>
                  <a:lnTo>
                    <a:pt x="1751156" y="11191"/>
                  </a:lnTo>
                  <a:lnTo>
                    <a:pt x="1759341" y="23306"/>
                  </a:lnTo>
                  <a:lnTo>
                    <a:pt x="1762348" y="38100"/>
                  </a:lnTo>
                  <a:lnTo>
                    <a:pt x="1762348" y="139703"/>
                  </a:lnTo>
                  <a:lnTo>
                    <a:pt x="1759341" y="154496"/>
                  </a:lnTo>
                  <a:lnTo>
                    <a:pt x="1751156" y="166611"/>
                  </a:lnTo>
                  <a:lnTo>
                    <a:pt x="1748689" y="16827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834025" y="1853527"/>
              <a:ext cx="2075814" cy="177800"/>
            </a:xfrm>
            <a:custGeom>
              <a:avLst/>
              <a:gdLst/>
              <a:ahLst/>
              <a:cxnLst/>
              <a:rect l="l" t="t" r="r" b="b"/>
              <a:pathLst>
                <a:path w="2075815" h="177800">
                  <a:moveTo>
                    <a:pt x="2037187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037187" y="0"/>
                  </a:lnTo>
                  <a:lnTo>
                    <a:pt x="2051980" y="3006"/>
                  </a:lnTo>
                  <a:lnTo>
                    <a:pt x="2064095" y="11191"/>
                  </a:lnTo>
                  <a:lnTo>
                    <a:pt x="2072281" y="23306"/>
                  </a:lnTo>
                  <a:lnTo>
                    <a:pt x="2075287" y="38100"/>
                  </a:lnTo>
                  <a:lnTo>
                    <a:pt x="2075287" y="139703"/>
                  </a:lnTo>
                  <a:lnTo>
                    <a:pt x="2072281" y="154496"/>
                  </a:lnTo>
                  <a:lnTo>
                    <a:pt x="2064095" y="166611"/>
                  </a:lnTo>
                  <a:lnTo>
                    <a:pt x="2051980" y="174796"/>
                  </a:lnTo>
                  <a:lnTo>
                    <a:pt x="2037187" y="177803"/>
                  </a:lnTo>
                  <a:close/>
                </a:path>
              </a:pathLst>
            </a:custGeom>
            <a:solidFill>
              <a:srgbClr val="F49E0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834025" y="1853527"/>
              <a:ext cx="2075814" cy="177800"/>
            </a:xfrm>
            <a:custGeom>
              <a:avLst/>
              <a:gdLst/>
              <a:ahLst/>
              <a:cxnLst/>
              <a:rect l="l" t="t" r="r" b="b"/>
              <a:pathLst>
                <a:path w="2075815" h="177800">
                  <a:moveTo>
                    <a:pt x="2037187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037187" y="0"/>
                  </a:lnTo>
                  <a:lnTo>
                    <a:pt x="2051980" y="3006"/>
                  </a:lnTo>
                  <a:lnTo>
                    <a:pt x="2061628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139703"/>
                  </a:lnTo>
                  <a:lnTo>
                    <a:pt x="11779" y="150798"/>
                  </a:lnTo>
                  <a:lnTo>
                    <a:pt x="17918" y="159884"/>
                  </a:lnTo>
                  <a:lnTo>
                    <a:pt x="27004" y="166023"/>
                  </a:lnTo>
                  <a:lnTo>
                    <a:pt x="38100" y="168278"/>
                  </a:lnTo>
                  <a:lnTo>
                    <a:pt x="2061628" y="168278"/>
                  </a:lnTo>
                  <a:lnTo>
                    <a:pt x="2051980" y="174796"/>
                  </a:lnTo>
                  <a:lnTo>
                    <a:pt x="2037187" y="177803"/>
                  </a:lnTo>
                  <a:close/>
                </a:path>
                <a:path w="2075815" h="177800">
                  <a:moveTo>
                    <a:pt x="2061628" y="168278"/>
                  </a:moveTo>
                  <a:lnTo>
                    <a:pt x="2037187" y="168278"/>
                  </a:lnTo>
                  <a:lnTo>
                    <a:pt x="2048282" y="166023"/>
                  </a:lnTo>
                  <a:lnTo>
                    <a:pt x="2057368" y="159884"/>
                  </a:lnTo>
                  <a:lnTo>
                    <a:pt x="2063507" y="150798"/>
                  </a:lnTo>
                  <a:lnTo>
                    <a:pt x="2065762" y="139703"/>
                  </a:lnTo>
                  <a:lnTo>
                    <a:pt x="2065762" y="38100"/>
                  </a:lnTo>
                  <a:lnTo>
                    <a:pt x="2063507" y="27004"/>
                  </a:lnTo>
                  <a:lnTo>
                    <a:pt x="2057368" y="17918"/>
                  </a:lnTo>
                  <a:lnTo>
                    <a:pt x="2048282" y="11779"/>
                  </a:lnTo>
                  <a:lnTo>
                    <a:pt x="2037187" y="9525"/>
                  </a:lnTo>
                  <a:lnTo>
                    <a:pt x="2061628" y="9525"/>
                  </a:lnTo>
                  <a:lnTo>
                    <a:pt x="2064095" y="11191"/>
                  </a:lnTo>
                  <a:lnTo>
                    <a:pt x="2072281" y="23306"/>
                  </a:lnTo>
                  <a:lnTo>
                    <a:pt x="2075287" y="38100"/>
                  </a:lnTo>
                  <a:lnTo>
                    <a:pt x="2075287" y="139703"/>
                  </a:lnTo>
                  <a:lnTo>
                    <a:pt x="2072281" y="154496"/>
                  </a:lnTo>
                  <a:lnTo>
                    <a:pt x="2064095" y="166611"/>
                  </a:lnTo>
                  <a:lnTo>
                    <a:pt x="2061628" y="16827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834025" y="2069430"/>
              <a:ext cx="2194560" cy="177800"/>
            </a:xfrm>
            <a:custGeom>
              <a:avLst/>
              <a:gdLst/>
              <a:ahLst/>
              <a:cxnLst/>
              <a:rect l="l" t="t" r="r" b="b"/>
              <a:pathLst>
                <a:path w="2194559" h="177800">
                  <a:moveTo>
                    <a:pt x="2155970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155970" y="0"/>
                  </a:lnTo>
                  <a:lnTo>
                    <a:pt x="2170764" y="3006"/>
                  </a:lnTo>
                  <a:lnTo>
                    <a:pt x="2182878" y="11191"/>
                  </a:lnTo>
                  <a:lnTo>
                    <a:pt x="2191064" y="23306"/>
                  </a:lnTo>
                  <a:lnTo>
                    <a:pt x="2194070" y="38100"/>
                  </a:lnTo>
                  <a:lnTo>
                    <a:pt x="2194070" y="139703"/>
                  </a:lnTo>
                  <a:lnTo>
                    <a:pt x="2191064" y="154496"/>
                  </a:lnTo>
                  <a:lnTo>
                    <a:pt x="2182878" y="166611"/>
                  </a:lnTo>
                  <a:lnTo>
                    <a:pt x="2170764" y="174796"/>
                  </a:lnTo>
                  <a:lnTo>
                    <a:pt x="2155970" y="177803"/>
                  </a:lnTo>
                  <a:close/>
                </a:path>
              </a:pathLst>
            </a:custGeom>
            <a:solidFill>
              <a:srgbClr val="0FB88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834025" y="2069431"/>
              <a:ext cx="2194560" cy="177800"/>
            </a:xfrm>
            <a:custGeom>
              <a:avLst/>
              <a:gdLst/>
              <a:ahLst/>
              <a:cxnLst/>
              <a:rect l="l" t="t" r="r" b="b"/>
              <a:pathLst>
                <a:path w="2194559" h="177800">
                  <a:moveTo>
                    <a:pt x="2155970" y="177803"/>
                  </a:moveTo>
                  <a:lnTo>
                    <a:pt x="38100" y="177803"/>
                  </a:lnTo>
                  <a:lnTo>
                    <a:pt x="23306" y="174796"/>
                  </a:lnTo>
                  <a:lnTo>
                    <a:pt x="11191" y="166611"/>
                  </a:lnTo>
                  <a:lnTo>
                    <a:pt x="3006" y="154496"/>
                  </a:lnTo>
                  <a:lnTo>
                    <a:pt x="0" y="13970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155970" y="0"/>
                  </a:lnTo>
                  <a:lnTo>
                    <a:pt x="2170764" y="3006"/>
                  </a:lnTo>
                  <a:lnTo>
                    <a:pt x="218041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139703"/>
                  </a:lnTo>
                  <a:lnTo>
                    <a:pt x="11779" y="150798"/>
                  </a:lnTo>
                  <a:lnTo>
                    <a:pt x="17918" y="159884"/>
                  </a:lnTo>
                  <a:lnTo>
                    <a:pt x="27004" y="166023"/>
                  </a:lnTo>
                  <a:lnTo>
                    <a:pt x="38100" y="168278"/>
                  </a:lnTo>
                  <a:lnTo>
                    <a:pt x="2180411" y="168278"/>
                  </a:lnTo>
                  <a:lnTo>
                    <a:pt x="2170764" y="174796"/>
                  </a:lnTo>
                  <a:lnTo>
                    <a:pt x="2155970" y="177803"/>
                  </a:lnTo>
                  <a:close/>
                </a:path>
                <a:path w="2194559" h="177800">
                  <a:moveTo>
                    <a:pt x="2180411" y="168278"/>
                  </a:moveTo>
                  <a:lnTo>
                    <a:pt x="2155970" y="168278"/>
                  </a:lnTo>
                  <a:lnTo>
                    <a:pt x="2167065" y="166023"/>
                  </a:lnTo>
                  <a:lnTo>
                    <a:pt x="2176151" y="159884"/>
                  </a:lnTo>
                  <a:lnTo>
                    <a:pt x="2182291" y="150798"/>
                  </a:lnTo>
                  <a:lnTo>
                    <a:pt x="2184545" y="139703"/>
                  </a:lnTo>
                  <a:lnTo>
                    <a:pt x="2184545" y="38100"/>
                  </a:lnTo>
                  <a:lnTo>
                    <a:pt x="2182291" y="27004"/>
                  </a:lnTo>
                  <a:lnTo>
                    <a:pt x="2176151" y="17918"/>
                  </a:lnTo>
                  <a:lnTo>
                    <a:pt x="2167065" y="11779"/>
                  </a:lnTo>
                  <a:lnTo>
                    <a:pt x="2155970" y="9525"/>
                  </a:lnTo>
                  <a:lnTo>
                    <a:pt x="2180411" y="9525"/>
                  </a:lnTo>
                  <a:lnTo>
                    <a:pt x="2182878" y="11191"/>
                  </a:lnTo>
                  <a:lnTo>
                    <a:pt x="2191064" y="23306"/>
                  </a:lnTo>
                  <a:lnTo>
                    <a:pt x="2194070" y="38100"/>
                  </a:lnTo>
                  <a:lnTo>
                    <a:pt x="2194070" y="139703"/>
                  </a:lnTo>
                  <a:lnTo>
                    <a:pt x="2191064" y="154496"/>
                  </a:lnTo>
                  <a:lnTo>
                    <a:pt x="2182878" y="166611"/>
                  </a:lnTo>
                  <a:lnTo>
                    <a:pt x="2180411" y="16827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680098" y="1382145"/>
            <a:ext cx="4332605" cy="1500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367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Detected</a:t>
            </a:r>
            <a:r>
              <a:rPr dirty="0" sz="1150" spc="-30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Weak</a:t>
            </a:r>
            <a:r>
              <a:rPr dirty="0" sz="1150" spc="-2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77070"/>
                </a:solidFill>
                <a:latin typeface="Arial"/>
                <a:cs typeface="Arial"/>
              </a:rPr>
              <a:t>Topics</a:t>
            </a:r>
            <a:r>
              <a:rPr dirty="0" sz="1150" spc="-2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&amp;</a:t>
            </a:r>
            <a:r>
              <a:rPr dirty="0" sz="1150" spc="-2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Action</a:t>
            </a:r>
            <a:r>
              <a:rPr dirty="0" sz="1150" spc="-2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77070"/>
                </a:solidFill>
                <a:latin typeface="Arial"/>
                <a:cs typeface="Arial"/>
              </a:rPr>
              <a:t>Sprints</a:t>
            </a:r>
            <a:endParaRPr sz="1150">
              <a:latin typeface="Arial"/>
              <a:cs typeface="Arial"/>
            </a:endParaRPr>
          </a:p>
          <a:p>
            <a:pPr marL="239395" marR="620395">
              <a:lnSpc>
                <a:spcPts val="1700"/>
              </a:lnSpc>
              <a:spcBef>
                <a:spcPts val="55"/>
              </a:spcBef>
              <a:tabLst>
                <a:tab pos="2112645" algn="l"/>
              </a:tabLst>
            </a:pPr>
            <a:r>
              <a:rPr dirty="0" sz="800" b="1">
                <a:solidFill>
                  <a:srgbClr val="F77070"/>
                </a:solidFill>
                <a:latin typeface="Arial"/>
                <a:cs typeface="Arial"/>
              </a:rPr>
              <a:t>DBMS: </a:t>
            </a:r>
            <a:r>
              <a:rPr dirty="0" sz="800" spc="-10" b="1">
                <a:solidFill>
                  <a:srgbClr val="F77070"/>
                </a:solidFill>
                <a:latin typeface="Arial"/>
                <a:cs typeface="Arial"/>
              </a:rPr>
              <a:t>Boyce-</a:t>
            </a:r>
            <a:r>
              <a:rPr dirty="0" sz="800" b="1">
                <a:solidFill>
                  <a:srgbClr val="F77070"/>
                </a:solidFill>
                <a:latin typeface="Arial"/>
                <a:cs typeface="Arial"/>
              </a:rPr>
              <a:t>Codd</a:t>
            </a:r>
            <a:r>
              <a:rPr dirty="0" sz="800" spc="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7070"/>
                </a:solidFill>
                <a:latin typeface="Arial"/>
                <a:cs typeface="Arial"/>
              </a:rPr>
              <a:t>Normal</a:t>
            </a:r>
            <a:r>
              <a:rPr dirty="0" sz="800" spc="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F77070"/>
                </a:solidFill>
                <a:latin typeface="Arial"/>
                <a:cs typeface="Arial"/>
              </a:rPr>
              <a:t>Form</a:t>
            </a:r>
            <a:r>
              <a:rPr dirty="0" sz="800" b="1">
                <a:solidFill>
                  <a:srgbClr val="F77070"/>
                </a:solidFill>
                <a:latin typeface="Arial"/>
                <a:cs typeface="Arial"/>
              </a:rPr>
              <a:t>	DBMS:</a:t>
            </a:r>
            <a:r>
              <a:rPr dirty="0" sz="800" spc="-30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7070"/>
                </a:solidFill>
                <a:latin typeface="Arial"/>
                <a:cs typeface="Arial"/>
              </a:rPr>
              <a:t>Functional</a:t>
            </a:r>
            <a:r>
              <a:rPr dirty="0" sz="800" spc="-30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7070"/>
                </a:solidFill>
                <a:latin typeface="Arial"/>
                <a:cs typeface="Arial"/>
              </a:rPr>
              <a:t>Dependencies </a:t>
            </a:r>
            <a:r>
              <a:rPr dirty="0" sz="800" spc="-10" b="1">
                <a:solidFill>
                  <a:srgbClr val="FBBF23"/>
                </a:solidFill>
                <a:latin typeface="Arial"/>
                <a:cs typeface="Arial"/>
              </a:rPr>
              <a:t>Java:</a:t>
            </a:r>
            <a:r>
              <a:rPr dirty="0" sz="800" spc="-20" b="1">
                <a:solidFill>
                  <a:srgbClr val="FBBF23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BBF23"/>
                </a:solidFill>
                <a:latin typeface="Arial"/>
                <a:cs typeface="Arial"/>
              </a:rPr>
              <a:t>Multithreading</a:t>
            </a:r>
            <a:r>
              <a:rPr dirty="0" sz="800" spc="-20" b="1">
                <a:solidFill>
                  <a:srgbClr val="FBBF23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BBF23"/>
                </a:solidFill>
                <a:latin typeface="Arial"/>
                <a:cs typeface="Arial"/>
              </a:rPr>
              <a:t>&amp;</a:t>
            </a:r>
            <a:r>
              <a:rPr dirty="0" sz="800" spc="-20" b="1">
                <a:solidFill>
                  <a:srgbClr val="FBBF23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BBF23"/>
                </a:solidFill>
                <a:latin typeface="Arial"/>
                <a:cs typeface="Arial"/>
              </a:rPr>
              <a:t>Synchronization</a:t>
            </a:r>
            <a:endParaRPr sz="800">
              <a:latin typeface="Arial"/>
              <a:cs typeface="Arial"/>
            </a:endParaRPr>
          </a:p>
          <a:p>
            <a:pPr marL="239395">
              <a:lnSpc>
                <a:spcPct val="100000"/>
              </a:lnSpc>
              <a:spcBef>
                <a:spcPts val="560"/>
              </a:spcBef>
            </a:pPr>
            <a:r>
              <a:rPr dirty="0" sz="800" b="1">
                <a:solidFill>
                  <a:srgbClr val="34D399"/>
                </a:solidFill>
                <a:latin typeface="Arial"/>
                <a:cs typeface="Arial"/>
              </a:rPr>
              <a:t>Python:</a:t>
            </a:r>
            <a:r>
              <a:rPr dirty="0" sz="800" spc="-2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34D399"/>
                </a:solidFill>
                <a:latin typeface="Arial"/>
                <a:cs typeface="Arial"/>
              </a:rPr>
              <a:t>List</a:t>
            </a:r>
            <a:r>
              <a:rPr dirty="0" sz="800" spc="-2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34D399"/>
                </a:solidFill>
                <a:latin typeface="Arial"/>
                <a:cs typeface="Arial"/>
              </a:rPr>
              <a:t>Comprehensions</a:t>
            </a:r>
            <a:r>
              <a:rPr dirty="0" sz="800" spc="-2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34D399"/>
                </a:solidFill>
                <a:latin typeface="Arial"/>
                <a:cs typeface="Arial"/>
              </a:rPr>
              <a:t>&amp;</a:t>
            </a:r>
            <a:r>
              <a:rPr dirty="0" sz="800" spc="-2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4D399"/>
                </a:solidFill>
                <a:latin typeface="Arial"/>
                <a:cs typeface="Arial"/>
              </a:rPr>
              <a:t>Lambdas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800">
              <a:latin typeface="Arial"/>
              <a:cs typeface="Arial"/>
            </a:endParaRPr>
          </a:p>
          <a:p>
            <a:pPr algn="just" marL="153670" marR="467995">
              <a:lnSpc>
                <a:spcPct val="120800"/>
              </a:lnSpc>
            </a:pP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Agent</a:t>
            </a:r>
            <a:r>
              <a:rPr dirty="0" sz="950" spc="-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Proactive Intervention:</a:t>
            </a:r>
            <a:r>
              <a:rPr dirty="0" sz="950" spc="-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"Detected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low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accuracy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on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Relational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Normalization.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Automatically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injecting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40-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minute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revision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module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on </a:t>
            </a:r>
            <a:r>
              <a:rPr dirty="0" sz="950" spc="70">
                <a:solidFill>
                  <a:srgbClr val="93A3B8"/>
                </a:solidFill>
                <a:latin typeface="Tahoma"/>
                <a:cs typeface="Tahoma"/>
              </a:rPr>
              <a:t>BCNF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before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advancing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to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Transaction</a:t>
            </a:r>
            <a:r>
              <a:rPr dirty="0" sz="950" spc="-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Concurrency."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34024" y="3225181"/>
            <a:ext cx="2582545" cy="57531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Weekly</a:t>
            </a:r>
            <a:r>
              <a:rPr dirty="0" sz="1150" spc="-5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Metric</a:t>
            </a:r>
            <a:r>
              <a:rPr dirty="0" sz="1150" spc="-5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34D399"/>
                </a:solidFill>
                <a:latin typeface="Arial"/>
                <a:cs typeface="Arial"/>
              </a:rPr>
              <a:t>Overview</a:t>
            </a:r>
            <a:endParaRPr sz="1150">
              <a:latin typeface="Arial"/>
              <a:cs typeface="Arial"/>
            </a:endParaRPr>
          </a:p>
          <a:p>
            <a:pPr marL="331470">
              <a:lnSpc>
                <a:spcPts val="1870"/>
              </a:lnSpc>
              <a:spcBef>
                <a:spcPts val="95"/>
              </a:spcBef>
              <a:tabLst>
                <a:tab pos="2002789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18.5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hrs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25" b="1">
                <a:solidFill>
                  <a:srgbClr val="38BCF7"/>
                </a:solidFill>
                <a:latin typeface="Arial"/>
                <a:cs typeface="Arial"/>
              </a:rPr>
              <a:t>142</a:t>
            </a:r>
            <a:endParaRPr sz="1600">
              <a:latin typeface="Arial"/>
              <a:cs typeface="Arial"/>
            </a:endParaRPr>
          </a:p>
          <a:p>
            <a:pPr marL="403860">
              <a:lnSpc>
                <a:spcPts val="910"/>
              </a:lnSpc>
              <a:tabLst>
                <a:tab pos="1775460" algn="l"/>
              </a:tabLst>
            </a:pPr>
            <a:r>
              <a:rPr dirty="0" sz="800">
                <a:solidFill>
                  <a:srgbClr val="93A3B8"/>
                </a:solidFill>
                <a:latin typeface="Tahoma"/>
                <a:cs typeface="Tahoma"/>
              </a:rPr>
              <a:t>Study</a:t>
            </a:r>
            <a:r>
              <a:rPr dirty="0" sz="800" spc="-10">
                <a:solidFill>
                  <a:srgbClr val="93A3B8"/>
                </a:solidFill>
                <a:latin typeface="Tahoma"/>
                <a:cs typeface="Tahoma"/>
              </a:rPr>
              <a:t> Logged</a:t>
            </a:r>
            <a:r>
              <a:rPr dirty="0" sz="800">
                <a:solidFill>
                  <a:srgbClr val="93A3B8"/>
                </a:solidFill>
                <a:latin typeface="Tahoma"/>
                <a:cs typeface="Tahoma"/>
              </a:rPr>
              <a:t>	Questions</a:t>
            </a:r>
            <a:r>
              <a:rPr dirty="0" sz="80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93A3B8"/>
                </a:solidFill>
                <a:latin typeface="Tahoma"/>
                <a:cs typeface="Tahoma"/>
              </a:rPr>
              <a:t>Solved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07389" y="3421838"/>
            <a:ext cx="617220" cy="378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ts val="187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34D399"/>
                </a:solidFill>
                <a:latin typeface="Arial"/>
                <a:cs typeface="Arial"/>
              </a:rPr>
              <a:t>+14%</a:t>
            </a:r>
            <a:endParaRPr sz="1600">
              <a:latin typeface="Arial"/>
              <a:cs typeface="Arial"/>
            </a:endParaRPr>
          </a:p>
          <a:p>
            <a:pPr>
              <a:lnSpc>
                <a:spcPts val="910"/>
              </a:lnSpc>
            </a:pPr>
            <a:r>
              <a:rPr dirty="0" sz="800">
                <a:solidFill>
                  <a:srgbClr val="93A3B8"/>
                </a:solidFill>
                <a:latin typeface="Tahoma"/>
                <a:cs typeface="Tahoma"/>
              </a:rPr>
              <a:t>Mastery</a:t>
            </a:r>
            <a:r>
              <a:rPr dirty="0" sz="80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93A3B8"/>
                </a:solidFill>
                <a:latin typeface="Tahoma"/>
                <a:cs typeface="Tahoma"/>
              </a:rPr>
              <a:t>Gain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28974" y="1853527"/>
            <a:ext cx="4048125" cy="76200"/>
            <a:chOff x="828974" y="1853527"/>
            <a:chExt cx="4048125" cy="76200"/>
          </a:xfrm>
        </p:grpSpPr>
        <p:sp>
          <p:nvSpPr>
            <p:cNvPr id="38" name="object 38"/>
            <p:cNvSpPr/>
            <p:nvPr/>
          </p:nvSpPr>
          <p:spPr>
            <a:xfrm>
              <a:off x="828974" y="1853527"/>
              <a:ext cx="4048125" cy="76200"/>
            </a:xfrm>
            <a:custGeom>
              <a:avLst/>
              <a:gdLst/>
              <a:ahLst/>
              <a:cxnLst/>
              <a:rect l="l" t="t" r="r" b="b"/>
              <a:pathLst>
                <a:path w="4048125" h="76200">
                  <a:moveTo>
                    <a:pt x="4009950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4009950" y="0"/>
                  </a:lnTo>
                  <a:lnTo>
                    <a:pt x="4024743" y="3006"/>
                  </a:lnTo>
                  <a:lnTo>
                    <a:pt x="4036858" y="11191"/>
                  </a:lnTo>
                  <a:lnTo>
                    <a:pt x="4045043" y="23306"/>
                  </a:lnTo>
                  <a:lnTo>
                    <a:pt x="4048050" y="38100"/>
                  </a:lnTo>
                  <a:lnTo>
                    <a:pt x="4045043" y="52893"/>
                  </a:lnTo>
                  <a:lnTo>
                    <a:pt x="4036858" y="65008"/>
                  </a:lnTo>
                  <a:lnTo>
                    <a:pt x="4024743" y="73193"/>
                  </a:lnTo>
                  <a:lnTo>
                    <a:pt x="4009950" y="7620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28974" y="1853527"/>
              <a:ext cx="3319779" cy="76200"/>
            </a:xfrm>
            <a:custGeom>
              <a:avLst/>
              <a:gdLst/>
              <a:ahLst/>
              <a:cxnLst/>
              <a:rect l="l" t="t" r="r" b="b"/>
              <a:pathLst>
                <a:path w="3319779" h="76200">
                  <a:moveTo>
                    <a:pt x="3281301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3281301" y="0"/>
                  </a:lnTo>
                  <a:lnTo>
                    <a:pt x="3296094" y="3006"/>
                  </a:lnTo>
                  <a:lnTo>
                    <a:pt x="3308209" y="11191"/>
                  </a:lnTo>
                  <a:lnTo>
                    <a:pt x="3316394" y="23306"/>
                  </a:lnTo>
                  <a:lnTo>
                    <a:pt x="3319401" y="38100"/>
                  </a:lnTo>
                  <a:lnTo>
                    <a:pt x="3316394" y="52893"/>
                  </a:lnTo>
                  <a:lnTo>
                    <a:pt x="3308209" y="65008"/>
                  </a:lnTo>
                  <a:lnTo>
                    <a:pt x="3296094" y="73193"/>
                  </a:lnTo>
                  <a:lnTo>
                    <a:pt x="3281301" y="762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828974" y="2183730"/>
            <a:ext cx="4048125" cy="76200"/>
            <a:chOff x="828974" y="2183730"/>
            <a:chExt cx="4048125" cy="76200"/>
          </a:xfrm>
        </p:grpSpPr>
        <p:sp>
          <p:nvSpPr>
            <p:cNvPr id="41" name="object 41"/>
            <p:cNvSpPr/>
            <p:nvPr/>
          </p:nvSpPr>
          <p:spPr>
            <a:xfrm>
              <a:off x="828974" y="2183730"/>
              <a:ext cx="4048125" cy="76200"/>
            </a:xfrm>
            <a:custGeom>
              <a:avLst/>
              <a:gdLst/>
              <a:ahLst/>
              <a:cxnLst/>
              <a:rect l="l" t="t" r="r" b="b"/>
              <a:pathLst>
                <a:path w="4048125" h="76200">
                  <a:moveTo>
                    <a:pt x="4009950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4009950" y="0"/>
                  </a:lnTo>
                  <a:lnTo>
                    <a:pt x="4024743" y="3006"/>
                  </a:lnTo>
                  <a:lnTo>
                    <a:pt x="4036858" y="11191"/>
                  </a:lnTo>
                  <a:lnTo>
                    <a:pt x="4045043" y="23306"/>
                  </a:lnTo>
                  <a:lnTo>
                    <a:pt x="4048050" y="38100"/>
                  </a:lnTo>
                  <a:lnTo>
                    <a:pt x="4045043" y="52893"/>
                  </a:lnTo>
                  <a:lnTo>
                    <a:pt x="4036858" y="65008"/>
                  </a:lnTo>
                  <a:lnTo>
                    <a:pt x="4024743" y="73193"/>
                  </a:lnTo>
                  <a:lnTo>
                    <a:pt x="4009950" y="7620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28974" y="2183730"/>
              <a:ext cx="2995930" cy="76200"/>
            </a:xfrm>
            <a:custGeom>
              <a:avLst/>
              <a:gdLst/>
              <a:ahLst/>
              <a:cxnLst/>
              <a:rect l="l" t="t" r="r" b="b"/>
              <a:pathLst>
                <a:path w="2995929" h="76200">
                  <a:moveTo>
                    <a:pt x="2957457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957457" y="0"/>
                  </a:lnTo>
                  <a:lnTo>
                    <a:pt x="2972250" y="3006"/>
                  </a:lnTo>
                  <a:lnTo>
                    <a:pt x="2984365" y="11191"/>
                  </a:lnTo>
                  <a:lnTo>
                    <a:pt x="2992550" y="23306"/>
                  </a:lnTo>
                  <a:lnTo>
                    <a:pt x="2995557" y="38100"/>
                  </a:lnTo>
                  <a:lnTo>
                    <a:pt x="2992550" y="52893"/>
                  </a:lnTo>
                  <a:lnTo>
                    <a:pt x="2984365" y="65008"/>
                  </a:lnTo>
                  <a:lnTo>
                    <a:pt x="2972250" y="73193"/>
                  </a:lnTo>
                  <a:lnTo>
                    <a:pt x="2957457" y="76200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828974" y="2513933"/>
            <a:ext cx="4048125" cy="76200"/>
            <a:chOff x="828974" y="2513933"/>
            <a:chExt cx="4048125" cy="76200"/>
          </a:xfrm>
        </p:grpSpPr>
        <p:sp>
          <p:nvSpPr>
            <p:cNvPr id="44" name="object 44"/>
            <p:cNvSpPr/>
            <p:nvPr/>
          </p:nvSpPr>
          <p:spPr>
            <a:xfrm>
              <a:off x="828974" y="2513933"/>
              <a:ext cx="4048125" cy="76200"/>
            </a:xfrm>
            <a:custGeom>
              <a:avLst/>
              <a:gdLst/>
              <a:ahLst/>
              <a:cxnLst/>
              <a:rect l="l" t="t" r="r" b="b"/>
              <a:pathLst>
                <a:path w="4048125" h="76200">
                  <a:moveTo>
                    <a:pt x="4009950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4009950" y="0"/>
                  </a:lnTo>
                  <a:lnTo>
                    <a:pt x="4024743" y="3006"/>
                  </a:lnTo>
                  <a:lnTo>
                    <a:pt x="4036858" y="11191"/>
                  </a:lnTo>
                  <a:lnTo>
                    <a:pt x="4045043" y="23306"/>
                  </a:lnTo>
                  <a:lnTo>
                    <a:pt x="4048050" y="38100"/>
                  </a:lnTo>
                  <a:lnTo>
                    <a:pt x="4045043" y="52893"/>
                  </a:lnTo>
                  <a:lnTo>
                    <a:pt x="4036858" y="65008"/>
                  </a:lnTo>
                  <a:lnTo>
                    <a:pt x="4024743" y="73193"/>
                  </a:lnTo>
                  <a:lnTo>
                    <a:pt x="4009950" y="7620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28974" y="2513933"/>
              <a:ext cx="2752725" cy="76200"/>
            </a:xfrm>
            <a:custGeom>
              <a:avLst/>
              <a:gdLst/>
              <a:ahLst/>
              <a:cxnLst/>
              <a:rect l="l" t="t" r="r" b="b"/>
              <a:pathLst>
                <a:path w="2752725" h="76200">
                  <a:moveTo>
                    <a:pt x="2714574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714574" y="0"/>
                  </a:lnTo>
                  <a:lnTo>
                    <a:pt x="2729367" y="3006"/>
                  </a:lnTo>
                  <a:lnTo>
                    <a:pt x="2741482" y="11191"/>
                  </a:lnTo>
                  <a:lnTo>
                    <a:pt x="2749667" y="23306"/>
                  </a:lnTo>
                  <a:lnTo>
                    <a:pt x="2752674" y="38100"/>
                  </a:lnTo>
                  <a:lnTo>
                    <a:pt x="2749667" y="52893"/>
                  </a:lnTo>
                  <a:lnTo>
                    <a:pt x="2741482" y="65008"/>
                  </a:lnTo>
                  <a:lnTo>
                    <a:pt x="2729367" y="73193"/>
                  </a:lnTo>
                  <a:lnTo>
                    <a:pt x="2714574" y="7620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828974" y="2844136"/>
            <a:ext cx="4048125" cy="76200"/>
            <a:chOff x="828974" y="2844136"/>
            <a:chExt cx="4048125" cy="76200"/>
          </a:xfrm>
        </p:grpSpPr>
        <p:sp>
          <p:nvSpPr>
            <p:cNvPr id="47" name="object 47"/>
            <p:cNvSpPr/>
            <p:nvPr/>
          </p:nvSpPr>
          <p:spPr>
            <a:xfrm>
              <a:off x="828974" y="2844136"/>
              <a:ext cx="4048125" cy="76200"/>
            </a:xfrm>
            <a:custGeom>
              <a:avLst/>
              <a:gdLst/>
              <a:ahLst/>
              <a:cxnLst/>
              <a:rect l="l" t="t" r="r" b="b"/>
              <a:pathLst>
                <a:path w="4048125" h="76200">
                  <a:moveTo>
                    <a:pt x="4009950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4009950" y="0"/>
                  </a:lnTo>
                  <a:lnTo>
                    <a:pt x="4024743" y="3006"/>
                  </a:lnTo>
                  <a:lnTo>
                    <a:pt x="4036858" y="11191"/>
                  </a:lnTo>
                  <a:lnTo>
                    <a:pt x="4045043" y="23306"/>
                  </a:lnTo>
                  <a:lnTo>
                    <a:pt x="4048050" y="38100"/>
                  </a:lnTo>
                  <a:lnTo>
                    <a:pt x="4045043" y="52893"/>
                  </a:lnTo>
                  <a:lnTo>
                    <a:pt x="4036858" y="65008"/>
                  </a:lnTo>
                  <a:lnTo>
                    <a:pt x="4024743" y="73193"/>
                  </a:lnTo>
                  <a:lnTo>
                    <a:pt x="4009950" y="7620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28974" y="2844136"/>
              <a:ext cx="2226945" cy="76200"/>
            </a:xfrm>
            <a:custGeom>
              <a:avLst/>
              <a:gdLst/>
              <a:ahLst/>
              <a:cxnLst/>
              <a:rect l="l" t="t" r="r" b="b"/>
              <a:pathLst>
                <a:path w="2226945" h="76200">
                  <a:moveTo>
                    <a:pt x="2188327" y="76200"/>
                  </a:moveTo>
                  <a:lnTo>
                    <a:pt x="38100" y="76200"/>
                  </a:lnTo>
                  <a:lnTo>
                    <a:pt x="23306" y="73193"/>
                  </a:lnTo>
                  <a:lnTo>
                    <a:pt x="11191" y="65008"/>
                  </a:lnTo>
                  <a:lnTo>
                    <a:pt x="3006" y="52893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188327" y="0"/>
                  </a:lnTo>
                  <a:lnTo>
                    <a:pt x="2203121" y="3006"/>
                  </a:lnTo>
                  <a:lnTo>
                    <a:pt x="2215235" y="11191"/>
                  </a:lnTo>
                  <a:lnTo>
                    <a:pt x="2223421" y="23306"/>
                  </a:lnTo>
                  <a:lnTo>
                    <a:pt x="2226427" y="38100"/>
                  </a:lnTo>
                  <a:lnTo>
                    <a:pt x="2223421" y="52893"/>
                  </a:lnTo>
                  <a:lnTo>
                    <a:pt x="2215235" y="65008"/>
                  </a:lnTo>
                  <a:lnTo>
                    <a:pt x="2203121" y="73193"/>
                  </a:lnTo>
                  <a:lnTo>
                    <a:pt x="2188327" y="762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43099" y="7122095"/>
            <a:ext cx="101409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Analytics</a:t>
            </a:r>
            <a:r>
              <a:rPr dirty="0" sz="850" spc="2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Dashboard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000" y="1301077"/>
            <a:ext cx="4410075" cy="2202180"/>
            <a:chOff x="648000" y="1301077"/>
            <a:chExt cx="4410075" cy="2202180"/>
          </a:xfrm>
        </p:grpSpPr>
        <p:sp>
          <p:nvSpPr>
            <p:cNvPr id="3" name="object 3"/>
            <p:cNvSpPr/>
            <p:nvPr/>
          </p:nvSpPr>
          <p:spPr>
            <a:xfrm>
              <a:off x="648000" y="1301077"/>
              <a:ext cx="4410075" cy="2202180"/>
            </a:xfrm>
            <a:custGeom>
              <a:avLst/>
              <a:gdLst/>
              <a:ahLst/>
              <a:cxnLst/>
              <a:rect l="l" t="t" r="r" b="b"/>
              <a:pathLst>
                <a:path w="4410075" h="2202179">
                  <a:moveTo>
                    <a:pt x="4324275" y="2202176"/>
                  </a:moveTo>
                  <a:lnTo>
                    <a:pt x="85725" y="2202176"/>
                  </a:lnTo>
                  <a:lnTo>
                    <a:pt x="52439" y="2195412"/>
                  </a:lnTo>
                  <a:lnTo>
                    <a:pt x="25181" y="2176995"/>
                  </a:lnTo>
                  <a:lnTo>
                    <a:pt x="6764" y="2149737"/>
                  </a:lnTo>
                  <a:lnTo>
                    <a:pt x="0" y="211645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2116451"/>
                  </a:lnTo>
                  <a:lnTo>
                    <a:pt x="4403235" y="2149737"/>
                  </a:lnTo>
                  <a:lnTo>
                    <a:pt x="4384818" y="2176995"/>
                  </a:lnTo>
                  <a:lnTo>
                    <a:pt x="4357560" y="2195412"/>
                  </a:lnTo>
                  <a:lnTo>
                    <a:pt x="4324275" y="220217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73181" y="345715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10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10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8000" y="1326258"/>
              <a:ext cx="46355" cy="2152015"/>
            </a:xfrm>
            <a:custGeom>
              <a:avLst/>
              <a:gdLst/>
              <a:ahLst/>
              <a:cxnLst/>
              <a:rect l="l" t="t" r="r" b="b"/>
              <a:pathLst>
                <a:path w="46354" h="2152015">
                  <a:moveTo>
                    <a:pt x="25181" y="2151813"/>
                  </a:moveTo>
                  <a:lnTo>
                    <a:pt x="6764" y="2124555"/>
                  </a:lnTo>
                  <a:lnTo>
                    <a:pt x="0" y="209127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2091270"/>
                  </a:lnTo>
                  <a:lnTo>
                    <a:pt x="41857" y="2120857"/>
                  </a:lnTo>
                  <a:lnTo>
                    <a:pt x="46097" y="2130897"/>
                  </a:lnTo>
                  <a:lnTo>
                    <a:pt x="25181" y="2151813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3176" y="1301083"/>
              <a:ext cx="4385310" cy="2177415"/>
            </a:xfrm>
            <a:custGeom>
              <a:avLst/>
              <a:gdLst/>
              <a:ahLst/>
              <a:cxnLst/>
              <a:rect l="l" t="t" r="r" b="b"/>
              <a:pathLst>
                <a:path w="4385310" h="2177415">
                  <a:moveTo>
                    <a:pt x="4384814" y="85725"/>
                  </a:moveTo>
                  <a:lnTo>
                    <a:pt x="4359630" y="25184"/>
                  </a:lnTo>
                  <a:lnTo>
                    <a:pt x="4299089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4299089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289" y="85725"/>
                  </a:lnTo>
                  <a:lnTo>
                    <a:pt x="4375289" y="2116455"/>
                  </a:lnTo>
                  <a:lnTo>
                    <a:pt x="4369282" y="2146033"/>
                  </a:lnTo>
                  <a:lnTo>
                    <a:pt x="4352912" y="2170265"/>
                  </a:lnTo>
                  <a:lnTo>
                    <a:pt x="4359630" y="2176996"/>
                  </a:lnTo>
                  <a:lnTo>
                    <a:pt x="4378058" y="2149741"/>
                  </a:lnTo>
                  <a:lnTo>
                    <a:pt x="4384814" y="2116455"/>
                  </a:lnTo>
                  <a:lnTo>
                    <a:pt x="4384814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634000" y="1301077"/>
            <a:ext cx="4410075" cy="2202180"/>
            <a:chOff x="5634000" y="1301077"/>
            <a:chExt cx="4410075" cy="2202180"/>
          </a:xfrm>
        </p:grpSpPr>
        <p:sp>
          <p:nvSpPr>
            <p:cNvPr id="8" name="object 8"/>
            <p:cNvSpPr/>
            <p:nvPr/>
          </p:nvSpPr>
          <p:spPr>
            <a:xfrm>
              <a:off x="5634000" y="1301077"/>
              <a:ext cx="4410075" cy="2202180"/>
            </a:xfrm>
            <a:custGeom>
              <a:avLst/>
              <a:gdLst/>
              <a:ahLst/>
              <a:cxnLst/>
              <a:rect l="l" t="t" r="r" b="b"/>
              <a:pathLst>
                <a:path w="4410075" h="2202179">
                  <a:moveTo>
                    <a:pt x="4324275" y="2202176"/>
                  </a:moveTo>
                  <a:lnTo>
                    <a:pt x="85725" y="2202176"/>
                  </a:lnTo>
                  <a:lnTo>
                    <a:pt x="52439" y="2195412"/>
                  </a:lnTo>
                  <a:lnTo>
                    <a:pt x="25181" y="2176995"/>
                  </a:lnTo>
                  <a:lnTo>
                    <a:pt x="6764" y="2149737"/>
                  </a:lnTo>
                  <a:lnTo>
                    <a:pt x="0" y="211645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2116451"/>
                  </a:lnTo>
                  <a:lnTo>
                    <a:pt x="4403235" y="2149737"/>
                  </a:lnTo>
                  <a:lnTo>
                    <a:pt x="4384818" y="2176995"/>
                  </a:lnTo>
                  <a:lnTo>
                    <a:pt x="4357560" y="2195412"/>
                  </a:lnTo>
                  <a:lnTo>
                    <a:pt x="4324275" y="220217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59182" y="345715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09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09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634000" y="1326258"/>
              <a:ext cx="46355" cy="2152015"/>
            </a:xfrm>
            <a:custGeom>
              <a:avLst/>
              <a:gdLst/>
              <a:ahLst/>
              <a:cxnLst/>
              <a:rect l="l" t="t" r="r" b="b"/>
              <a:pathLst>
                <a:path w="46354" h="2152015">
                  <a:moveTo>
                    <a:pt x="25181" y="2151813"/>
                  </a:moveTo>
                  <a:lnTo>
                    <a:pt x="6764" y="2124555"/>
                  </a:lnTo>
                  <a:lnTo>
                    <a:pt x="0" y="209127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2091270"/>
                  </a:lnTo>
                  <a:lnTo>
                    <a:pt x="41857" y="2120857"/>
                  </a:lnTo>
                  <a:lnTo>
                    <a:pt x="46097" y="2130897"/>
                  </a:lnTo>
                  <a:lnTo>
                    <a:pt x="25181" y="215181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59171" y="1301083"/>
              <a:ext cx="4385310" cy="2177415"/>
            </a:xfrm>
            <a:custGeom>
              <a:avLst/>
              <a:gdLst/>
              <a:ahLst/>
              <a:cxnLst/>
              <a:rect l="l" t="t" r="r" b="b"/>
              <a:pathLst>
                <a:path w="4385309" h="2177415">
                  <a:moveTo>
                    <a:pt x="4384827" y="85725"/>
                  </a:moveTo>
                  <a:lnTo>
                    <a:pt x="4378058" y="52438"/>
                  </a:lnTo>
                  <a:lnTo>
                    <a:pt x="4359643" y="25184"/>
                  </a:lnTo>
                  <a:lnTo>
                    <a:pt x="4336466" y="9525"/>
                  </a:lnTo>
                  <a:lnTo>
                    <a:pt x="4332389" y="6769"/>
                  </a:lnTo>
                  <a:lnTo>
                    <a:pt x="4299102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62" y="15532"/>
                  </a:lnTo>
                  <a:lnTo>
                    <a:pt x="60553" y="9525"/>
                  </a:lnTo>
                  <a:lnTo>
                    <a:pt x="4299102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302" y="85725"/>
                  </a:lnTo>
                  <a:lnTo>
                    <a:pt x="4375302" y="2116455"/>
                  </a:lnTo>
                  <a:lnTo>
                    <a:pt x="4369282" y="2146033"/>
                  </a:lnTo>
                  <a:lnTo>
                    <a:pt x="4352912" y="2170265"/>
                  </a:lnTo>
                  <a:lnTo>
                    <a:pt x="4359643" y="2176996"/>
                  </a:lnTo>
                  <a:lnTo>
                    <a:pt x="4378058" y="2149741"/>
                  </a:lnTo>
                  <a:lnTo>
                    <a:pt x="4384827" y="2116455"/>
                  </a:lnTo>
                  <a:lnTo>
                    <a:pt x="4384827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08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478917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7.</a:t>
            </a:r>
            <a:r>
              <a:rPr dirty="0" sz="1800" spc="-40"/>
              <a:t> </a:t>
            </a:r>
            <a:r>
              <a:rPr dirty="0" sz="1800"/>
              <a:t>Results</a:t>
            </a:r>
            <a:r>
              <a:rPr dirty="0" sz="1800" spc="-35"/>
              <a:t> </a:t>
            </a:r>
            <a:r>
              <a:rPr dirty="0" sz="1800"/>
              <a:t>Achieved</a:t>
            </a:r>
            <a:r>
              <a:rPr dirty="0" sz="1800" spc="-40"/>
              <a:t> </a:t>
            </a:r>
            <a:r>
              <a:rPr dirty="0" sz="1800"/>
              <a:t>&amp;</a:t>
            </a:r>
            <a:r>
              <a:rPr dirty="0" sz="1800" spc="-35"/>
              <a:t> </a:t>
            </a:r>
            <a:r>
              <a:rPr dirty="0" sz="1800" spc="-10"/>
              <a:t>Technical</a:t>
            </a:r>
            <a:r>
              <a:rPr dirty="0" sz="1800" spc="-40"/>
              <a:t> </a:t>
            </a:r>
            <a:r>
              <a:rPr dirty="0" sz="1800" spc="-10"/>
              <a:t>Challenges</a:t>
            </a:r>
            <a:endParaRPr sz="1800"/>
          </a:p>
        </p:txBody>
      </p:sp>
      <p:sp>
        <p:nvSpPr>
          <p:cNvPr id="14" name="object 14"/>
          <p:cNvSpPr txBox="1"/>
          <p:nvPr/>
        </p:nvSpPr>
        <p:spPr>
          <a:xfrm>
            <a:off x="668697" y="1382145"/>
            <a:ext cx="4383405" cy="18821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Key</a:t>
            </a:r>
            <a:r>
              <a:rPr dirty="0" sz="1150" spc="-4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34D399"/>
                </a:solidFill>
                <a:latin typeface="Arial"/>
                <a:cs typeface="Arial"/>
              </a:rPr>
              <a:t>Results</a:t>
            </a:r>
            <a:r>
              <a:rPr dirty="0" sz="1150" spc="-4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34D399"/>
                </a:solidFill>
                <a:latin typeface="Arial"/>
                <a:cs typeface="Arial"/>
              </a:rPr>
              <a:t>Achieved</a:t>
            </a:r>
            <a:endParaRPr sz="1150">
              <a:latin typeface="Arial"/>
              <a:cs typeface="Arial"/>
            </a:endParaRPr>
          </a:p>
          <a:p>
            <a:pPr marL="369570" marR="384175" indent="-171450">
              <a:lnSpc>
                <a:spcPct val="116700"/>
              </a:lnSpc>
              <a:spcBef>
                <a:spcPts val="570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Closed-Loop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Adaptivity: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Self-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improving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learning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cycle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dynamically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calibrated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to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real-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time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test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scores.</a:t>
            </a:r>
            <a:endParaRPr sz="950">
              <a:latin typeface="Tahoma"/>
              <a:cs typeface="Tahoma"/>
            </a:endParaRPr>
          </a:p>
          <a:p>
            <a:pPr marL="369570" marR="240029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Mitigated</a:t>
            </a:r>
            <a:r>
              <a:rPr dirty="0" sz="950" spc="3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Study</a:t>
            </a:r>
            <a:r>
              <a:rPr dirty="0" sz="950" spc="3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Abandonment:</a:t>
            </a:r>
            <a:r>
              <a:rPr dirty="0" sz="950" spc="2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Reduced</a:t>
            </a:r>
            <a:r>
              <a:rPr dirty="0" sz="95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plan</a:t>
            </a:r>
            <a:r>
              <a:rPr dirty="0" sz="95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abandonment</a:t>
            </a:r>
            <a:r>
              <a:rPr dirty="0" sz="95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by 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35%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through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 manageable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micro-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task</a:t>
            </a:r>
            <a:r>
              <a:rPr dirty="0" sz="950" spc="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scheduling.</a:t>
            </a:r>
            <a:endParaRPr sz="950">
              <a:latin typeface="Tahoma"/>
              <a:cs typeface="Tahoma"/>
            </a:endParaRPr>
          </a:p>
          <a:p>
            <a:pPr marL="369570" marR="243204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Automated Question</a:t>
            </a:r>
            <a:r>
              <a:rPr dirty="0" sz="950" spc="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Generation:</a:t>
            </a:r>
            <a:r>
              <a:rPr dirty="0" sz="950" spc="-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Zero-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instructor</a:t>
            </a:r>
            <a:r>
              <a:rPr dirty="0" sz="950" spc="-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overhead</a:t>
            </a:r>
            <a:r>
              <a:rPr dirty="0" sz="950" spc="-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for</a:t>
            </a:r>
            <a:r>
              <a:rPr dirty="0" sz="950" spc="-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active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recall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generation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aligned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to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university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syllabi.</a:t>
            </a:r>
            <a:endParaRPr sz="950">
              <a:latin typeface="Tahoma"/>
              <a:cs typeface="Tahoma"/>
            </a:endParaRPr>
          </a:p>
          <a:p>
            <a:pPr marL="369570" marR="441325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High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Diagnostic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Precision:</a:t>
            </a:r>
            <a:r>
              <a:rPr dirty="0" sz="950" spc="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Isolated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specific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prerequisite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blockers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before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major</a:t>
            </a:r>
            <a:r>
              <a:rPr dirty="0" sz="950" spc="-5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examinations.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54698" y="1382145"/>
            <a:ext cx="4383405" cy="18821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Engineering</a:t>
            </a:r>
            <a:r>
              <a:rPr dirty="0" sz="1150" spc="-1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Challenges</a:t>
            </a:r>
            <a:r>
              <a:rPr dirty="0" sz="1150" spc="-10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77070"/>
                </a:solidFill>
                <a:latin typeface="Arial"/>
                <a:cs typeface="Arial"/>
              </a:rPr>
              <a:t>&amp;</a:t>
            </a:r>
            <a:r>
              <a:rPr dirty="0" sz="1150" spc="-15" b="1">
                <a:solidFill>
                  <a:srgbClr val="F7707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77070"/>
                </a:solidFill>
                <a:latin typeface="Arial"/>
                <a:cs typeface="Arial"/>
              </a:rPr>
              <a:t>Solutions</a:t>
            </a:r>
            <a:endParaRPr sz="1150">
              <a:latin typeface="Arial"/>
              <a:cs typeface="Arial"/>
            </a:endParaRPr>
          </a:p>
          <a:p>
            <a:pPr marL="369570" marR="496570" indent="-171450">
              <a:lnSpc>
                <a:spcPct val="116700"/>
              </a:lnSpc>
              <a:spcBef>
                <a:spcPts val="570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LLM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Hallucination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Mitigation:</a:t>
            </a:r>
            <a:r>
              <a:rPr dirty="0" sz="950" spc="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Enforced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strict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retrieval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grounding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against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certified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textbooks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curriculum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documents.</a:t>
            </a:r>
            <a:endParaRPr sz="950">
              <a:latin typeface="Tahoma"/>
              <a:cs typeface="Tahoma"/>
            </a:endParaRPr>
          </a:p>
          <a:p>
            <a:pPr marL="369570" marR="703580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Dynamic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Pace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Modeling: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Addressed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varied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student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baseline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proficiencies</a:t>
            </a:r>
            <a:r>
              <a:rPr dirty="0" sz="950" spc="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using</a:t>
            </a:r>
            <a:r>
              <a:rPr dirty="0" sz="950" spc="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adaptive</a:t>
            </a:r>
            <a:r>
              <a:rPr dirty="0" sz="950" spc="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Bayesian</a:t>
            </a:r>
            <a:r>
              <a:rPr dirty="0" sz="950" spc="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knowledge</a:t>
            </a:r>
            <a:r>
              <a:rPr dirty="0" sz="950" spc="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tracing.</a:t>
            </a:r>
            <a:endParaRPr sz="950">
              <a:latin typeface="Tahoma"/>
              <a:cs typeface="Tahoma"/>
            </a:endParaRPr>
          </a:p>
          <a:p>
            <a:pPr marL="369570" marR="189865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State</a:t>
            </a:r>
            <a:r>
              <a:rPr dirty="0" sz="950" spc="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Management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in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Agents:</a:t>
            </a:r>
            <a:r>
              <a:rPr dirty="0" sz="950" spc="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Maintained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persistent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conversation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and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execution</a:t>
            </a:r>
            <a:r>
              <a:rPr dirty="0" sz="950" spc="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memory</a:t>
            </a:r>
            <a:r>
              <a:rPr dirty="0" sz="950" spc="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across</a:t>
            </a:r>
            <a:r>
              <a:rPr dirty="0" sz="950" spc="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distributed</a:t>
            </a:r>
            <a:r>
              <a:rPr dirty="0" sz="950" spc="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services.</a:t>
            </a:r>
            <a:endParaRPr sz="950">
              <a:latin typeface="Tahoma"/>
              <a:cs typeface="Tahoma"/>
            </a:endParaRPr>
          </a:p>
          <a:p>
            <a:pPr marL="369570" marR="467995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Objective Coding Evaluation:</a:t>
            </a:r>
            <a:r>
              <a:rPr dirty="0" sz="950" spc="-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Built</a:t>
            </a:r>
            <a:r>
              <a:rPr dirty="0" sz="950" spc="-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automated</a:t>
            </a:r>
            <a:r>
              <a:rPr dirty="0" sz="950" spc="-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sandboxed</a:t>
            </a:r>
            <a:r>
              <a:rPr dirty="0" sz="950" spc="-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testing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environments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to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verify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code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correctness.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01958" y="7122095"/>
            <a:ext cx="10553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Results</a:t>
            </a:r>
            <a:r>
              <a:rPr dirty="0" sz="850" spc="2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&amp;</a:t>
            </a:r>
            <a:r>
              <a:rPr dirty="0" sz="850" spc="2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Challenges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000" y="1301077"/>
            <a:ext cx="4410075" cy="2059939"/>
            <a:chOff x="648000" y="1301077"/>
            <a:chExt cx="4410075" cy="2059939"/>
          </a:xfrm>
        </p:grpSpPr>
        <p:sp>
          <p:nvSpPr>
            <p:cNvPr id="3" name="object 3"/>
            <p:cNvSpPr/>
            <p:nvPr/>
          </p:nvSpPr>
          <p:spPr>
            <a:xfrm>
              <a:off x="648000" y="1301077"/>
              <a:ext cx="4410075" cy="2059939"/>
            </a:xfrm>
            <a:custGeom>
              <a:avLst/>
              <a:gdLst/>
              <a:ahLst/>
              <a:cxnLst/>
              <a:rect l="l" t="t" r="r" b="b"/>
              <a:pathLst>
                <a:path w="4410075" h="2059939">
                  <a:moveTo>
                    <a:pt x="4324275" y="2059936"/>
                  </a:moveTo>
                  <a:lnTo>
                    <a:pt x="85725" y="2059936"/>
                  </a:lnTo>
                  <a:lnTo>
                    <a:pt x="52439" y="2053172"/>
                  </a:lnTo>
                  <a:lnTo>
                    <a:pt x="25181" y="2034755"/>
                  </a:lnTo>
                  <a:lnTo>
                    <a:pt x="6764" y="2007497"/>
                  </a:lnTo>
                  <a:lnTo>
                    <a:pt x="0" y="197421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1974211"/>
                  </a:lnTo>
                  <a:lnTo>
                    <a:pt x="4403235" y="2007497"/>
                  </a:lnTo>
                  <a:lnTo>
                    <a:pt x="4384818" y="2034755"/>
                  </a:lnTo>
                  <a:lnTo>
                    <a:pt x="4357560" y="2053172"/>
                  </a:lnTo>
                  <a:lnTo>
                    <a:pt x="4324275" y="205993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73181" y="331491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10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10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8000" y="1326258"/>
              <a:ext cx="46355" cy="2009775"/>
            </a:xfrm>
            <a:custGeom>
              <a:avLst/>
              <a:gdLst/>
              <a:ahLst/>
              <a:cxnLst/>
              <a:rect l="l" t="t" r="r" b="b"/>
              <a:pathLst>
                <a:path w="46354" h="2009775">
                  <a:moveTo>
                    <a:pt x="25181" y="2009573"/>
                  </a:moveTo>
                  <a:lnTo>
                    <a:pt x="6764" y="1982315"/>
                  </a:lnTo>
                  <a:lnTo>
                    <a:pt x="0" y="194903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1949030"/>
                  </a:lnTo>
                  <a:lnTo>
                    <a:pt x="41857" y="1978617"/>
                  </a:lnTo>
                  <a:lnTo>
                    <a:pt x="46097" y="1988657"/>
                  </a:lnTo>
                  <a:lnTo>
                    <a:pt x="25181" y="2009573"/>
                  </a:lnTo>
                  <a:close/>
                </a:path>
              </a:pathLst>
            </a:custGeom>
            <a:solidFill>
              <a:srgbClr val="626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3176" y="1301083"/>
              <a:ext cx="4385310" cy="2035175"/>
            </a:xfrm>
            <a:custGeom>
              <a:avLst/>
              <a:gdLst/>
              <a:ahLst/>
              <a:cxnLst/>
              <a:rect l="l" t="t" r="r" b="b"/>
              <a:pathLst>
                <a:path w="4385310" h="2035175">
                  <a:moveTo>
                    <a:pt x="4384814" y="85725"/>
                  </a:moveTo>
                  <a:lnTo>
                    <a:pt x="4359630" y="25184"/>
                  </a:lnTo>
                  <a:lnTo>
                    <a:pt x="4299089" y="0"/>
                  </a:lnTo>
                  <a:lnTo>
                    <a:pt x="60540" y="0"/>
                  </a:lnTo>
                  <a:lnTo>
                    <a:pt x="27254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49" y="15532"/>
                  </a:lnTo>
                  <a:lnTo>
                    <a:pt x="60540" y="9525"/>
                  </a:lnTo>
                  <a:lnTo>
                    <a:pt x="4299089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289" y="85725"/>
                  </a:lnTo>
                  <a:lnTo>
                    <a:pt x="4375289" y="1974215"/>
                  </a:lnTo>
                  <a:lnTo>
                    <a:pt x="4369282" y="2003793"/>
                  </a:lnTo>
                  <a:lnTo>
                    <a:pt x="4352912" y="2028024"/>
                  </a:lnTo>
                  <a:lnTo>
                    <a:pt x="4359630" y="2034755"/>
                  </a:lnTo>
                  <a:lnTo>
                    <a:pt x="4378058" y="2007501"/>
                  </a:lnTo>
                  <a:lnTo>
                    <a:pt x="4384814" y="1974215"/>
                  </a:lnTo>
                  <a:lnTo>
                    <a:pt x="4384814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634000" y="1301077"/>
            <a:ext cx="4410075" cy="2202180"/>
            <a:chOff x="5634000" y="1301077"/>
            <a:chExt cx="4410075" cy="2202180"/>
          </a:xfrm>
        </p:grpSpPr>
        <p:sp>
          <p:nvSpPr>
            <p:cNvPr id="8" name="object 8"/>
            <p:cNvSpPr/>
            <p:nvPr/>
          </p:nvSpPr>
          <p:spPr>
            <a:xfrm>
              <a:off x="5634000" y="1301077"/>
              <a:ext cx="4410075" cy="2202180"/>
            </a:xfrm>
            <a:custGeom>
              <a:avLst/>
              <a:gdLst/>
              <a:ahLst/>
              <a:cxnLst/>
              <a:rect l="l" t="t" r="r" b="b"/>
              <a:pathLst>
                <a:path w="4410075" h="2202179">
                  <a:moveTo>
                    <a:pt x="4324275" y="2202176"/>
                  </a:moveTo>
                  <a:lnTo>
                    <a:pt x="85725" y="2202176"/>
                  </a:lnTo>
                  <a:lnTo>
                    <a:pt x="52439" y="2195412"/>
                  </a:lnTo>
                  <a:lnTo>
                    <a:pt x="25181" y="2176995"/>
                  </a:lnTo>
                  <a:lnTo>
                    <a:pt x="6764" y="2149737"/>
                  </a:lnTo>
                  <a:lnTo>
                    <a:pt x="0" y="2116451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4324275" y="0"/>
                  </a:lnTo>
                  <a:lnTo>
                    <a:pt x="4357560" y="6764"/>
                  </a:lnTo>
                  <a:lnTo>
                    <a:pt x="4384818" y="25181"/>
                  </a:lnTo>
                  <a:lnTo>
                    <a:pt x="4403235" y="52439"/>
                  </a:lnTo>
                  <a:lnTo>
                    <a:pt x="4410000" y="85725"/>
                  </a:lnTo>
                  <a:lnTo>
                    <a:pt x="4410000" y="2116451"/>
                  </a:lnTo>
                  <a:lnTo>
                    <a:pt x="4403235" y="2149737"/>
                  </a:lnTo>
                  <a:lnTo>
                    <a:pt x="4384818" y="2176995"/>
                  </a:lnTo>
                  <a:lnTo>
                    <a:pt x="4357560" y="2195412"/>
                  </a:lnTo>
                  <a:lnTo>
                    <a:pt x="4324275" y="2202176"/>
                  </a:lnTo>
                  <a:close/>
                </a:path>
              </a:pathLst>
            </a:custGeom>
            <a:solidFill>
              <a:srgbClr val="111A2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59182" y="3457156"/>
              <a:ext cx="4359910" cy="46355"/>
            </a:xfrm>
            <a:custGeom>
              <a:avLst/>
              <a:gdLst/>
              <a:ahLst/>
              <a:cxnLst/>
              <a:rect l="l" t="t" r="r" b="b"/>
              <a:pathLst>
                <a:path w="4359909" h="46354">
                  <a:moveTo>
                    <a:pt x="4299093" y="46097"/>
                  </a:moveTo>
                  <a:lnTo>
                    <a:pt x="60543" y="46097"/>
                  </a:lnTo>
                  <a:lnTo>
                    <a:pt x="27257" y="39333"/>
                  </a:lnTo>
                  <a:lnTo>
                    <a:pt x="0" y="20916"/>
                  </a:lnTo>
                  <a:lnTo>
                    <a:pt x="20916" y="0"/>
                  </a:lnTo>
                  <a:lnTo>
                    <a:pt x="26908" y="14189"/>
                  </a:lnTo>
                  <a:lnTo>
                    <a:pt x="42051" y="30560"/>
                  </a:lnTo>
                  <a:lnTo>
                    <a:pt x="60543" y="36572"/>
                  </a:lnTo>
                  <a:lnTo>
                    <a:pt x="4336464" y="36572"/>
                  </a:lnTo>
                  <a:lnTo>
                    <a:pt x="4332378" y="39333"/>
                  </a:lnTo>
                  <a:lnTo>
                    <a:pt x="4299093" y="46097"/>
                  </a:lnTo>
                  <a:close/>
                </a:path>
                <a:path w="4359909" h="46354">
                  <a:moveTo>
                    <a:pt x="4336464" y="36572"/>
                  </a:moveTo>
                  <a:lnTo>
                    <a:pt x="4299093" y="36572"/>
                  </a:lnTo>
                  <a:lnTo>
                    <a:pt x="4328680" y="30560"/>
                  </a:lnTo>
                  <a:lnTo>
                    <a:pt x="4352909" y="14189"/>
                  </a:lnTo>
                  <a:lnTo>
                    <a:pt x="4359636" y="20916"/>
                  </a:lnTo>
                  <a:lnTo>
                    <a:pt x="4336464" y="36572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634000" y="1326258"/>
              <a:ext cx="46355" cy="2152015"/>
            </a:xfrm>
            <a:custGeom>
              <a:avLst/>
              <a:gdLst/>
              <a:ahLst/>
              <a:cxnLst/>
              <a:rect l="l" t="t" r="r" b="b"/>
              <a:pathLst>
                <a:path w="46354" h="2152015">
                  <a:moveTo>
                    <a:pt x="25181" y="2151813"/>
                  </a:moveTo>
                  <a:lnTo>
                    <a:pt x="6764" y="2124555"/>
                  </a:lnTo>
                  <a:lnTo>
                    <a:pt x="0" y="2091270"/>
                  </a:lnTo>
                  <a:lnTo>
                    <a:pt x="0" y="60543"/>
                  </a:lnTo>
                  <a:lnTo>
                    <a:pt x="6764" y="27257"/>
                  </a:lnTo>
                  <a:lnTo>
                    <a:pt x="25181" y="0"/>
                  </a:lnTo>
                  <a:lnTo>
                    <a:pt x="46097" y="20916"/>
                  </a:lnTo>
                  <a:lnTo>
                    <a:pt x="41857" y="30956"/>
                  </a:lnTo>
                  <a:lnTo>
                    <a:pt x="38100" y="60543"/>
                  </a:lnTo>
                  <a:lnTo>
                    <a:pt x="38100" y="2091270"/>
                  </a:lnTo>
                  <a:lnTo>
                    <a:pt x="41857" y="2120857"/>
                  </a:lnTo>
                  <a:lnTo>
                    <a:pt x="46097" y="2130897"/>
                  </a:lnTo>
                  <a:lnTo>
                    <a:pt x="25181" y="2151813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59171" y="1301083"/>
              <a:ext cx="4385310" cy="2177415"/>
            </a:xfrm>
            <a:custGeom>
              <a:avLst/>
              <a:gdLst/>
              <a:ahLst/>
              <a:cxnLst/>
              <a:rect l="l" t="t" r="r" b="b"/>
              <a:pathLst>
                <a:path w="4385309" h="2177415">
                  <a:moveTo>
                    <a:pt x="4384827" y="85725"/>
                  </a:moveTo>
                  <a:lnTo>
                    <a:pt x="4378058" y="52438"/>
                  </a:lnTo>
                  <a:lnTo>
                    <a:pt x="4359643" y="25184"/>
                  </a:lnTo>
                  <a:lnTo>
                    <a:pt x="4336466" y="9525"/>
                  </a:lnTo>
                  <a:lnTo>
                    <a:pt x="4332389" y="6769"/>
                  </a:lnTo>
                  <a:lnTo>
                    <a:pt x="4299102" y="0"/>
                  </a:lnTo>
                  <a:lnTo>
                    <a:pt x="60553" y="0"/>
                  </a:lnTo>
                  <a:lnTo>
                    <a:pt x="27266" y="6769"/>
                  </a:lnTo>
                  <a:lnTo>
                    <a:pt x="0" y="25184"/>
                  </a:lnTo>
                  <a:lnTo>
                    <a:pt x="20916" y="46101"/>
                  </a:lnTo>
                  <a:lnTo>
                    <a:pt x="26911" y="31902"/>
                  </a:lnTo>
                  <a:lnTo>
                    <a:pt x="42062" y="15532"/>
                  </a:lnTo>
                  <a:lnTo>
                    <a:pt x="60553" y="9525"/>
                  </a:lnTo>
                  <a:lnTo>
                    <a:pt x="4299102" y="9525"/>
                  </a:lnTo>
                  <a:lnTo>
                    <a:pt x="4328680" y="15532"/>
                  </a:lnTo>
                  <a:lnTo>
                    <a:pt x="4352912" y="31902"/>
                  </a:lnTo>
                  <a:lnTo>
                    <a:pt x="4369282" y="56134"/>
                  </a:lnTo>
                  <a:lnTo>
                    <a:pt x="4375302" y="85725"/>
                  </a:lnTo>
                  <a:lnTo>
                    <a:pt x="4375302" y="2116455"/>
                  </a:lnTo>
                  <a:lnTo>
                    <a:pt x="4369282" y="2146033"/>
                  </a:lnTo>
                  <a:lnTo>
                    <a:pt x="4352912" y="2170265"/>
                  </a:lnTo>
                  <a:lnTo>
                    <a:pt x="4359643" y="2176996"/>
                  </a:lnTo>
                  <a:lnTo>
                    <a:pt x="4378058" y="2149741"/>
                  </a:lnTo>
                  <a:lnTo>
                    <a:pt x="4384827" y="2116455"/>
                  </a:lnTo>
                  <a:lnTo>
                    <a:pt x="4384827" y="85725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09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327342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8.</a:t>
            </a:r>
            <a:r>
              <a:rPr dirty="0" sz="1800" spc="-30"/>
              <a:t> </a:t>
            </a:r>
            <a:r>
              <a:rPr dirty="0" sz="1800"/>
              <a:t>Conclusion</a:t>
            </a:r>
            <a:r>
              <a:rPr dirty="0" sz="1800" spc="-25"/>
              <a:t> </a:t>
            </a:r>
            <a:r>
              <a:rPr dirty="0" sz="1800"/>
              <a:t>&amp;</a:t>
            </a:r>
            <a:r>
              <a:rPr dirty="0" sz="1800" spc="-30"/>
              <a:t> </a:t>
            </a:r>
            <a:r>
              <a:rPr dirty="0" sz="1800"/>
              <a:t>Future</a:t>
            </a:r>
            <a:r>
              <a:rPr dirty="0" sz="1800" spc="-25"/>
              <a:t> </a:t>
            </a:r>
            <a:r>
              <a:rPr dirty="0" sz="1800" spc="-20"/>
              <a:t>Scope</a:t>
            </a:r>
            <a:endParaRPr sz="1800"/>
          </a:p>
        </p:txBody>
      </p:sp>
      <p:sp>
        <p:nvSpPr>
          <p:cNvPr id="14" name="object 14"/>
          <p:cNvSpPr txBox="1"/>
          <p:nvPr/>
        </p:nvSpPr>
        <p:spPr>
          <a:xfrm>
            <a:off x="694097" y="1307128"/>
            <a:ext cx="4332605" cy="189801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690"/>
              </a:spcBef>
            </a:pPr>
            <a:r>
              <a:rPr dirty="0" sz="1150" spc="-10" b="1">
                <a:solidFill>
                  <a:srgbClr val="A5B3FB"/>
                </a:solidFill>
                <a:latin typeface="Arial"/>
                <a:cs typeface="Arial"/>
              </a:rPr>
              <a:t>Conclusion</a:t>
            </a:r>
            <a:endParaRPr sz="1150">
              <a:latin typeface="Arial"/>
              <a:cs typeface="Arial"/>
            </a:endParaRPr>
          </a:p>
          <a:p>
            <a:pPr marL="153670" marR="298450">
              <a:lnSpc>
                <a:spcPct val="120800"/>
              </a:lnSpc>
              <a:spcBef>
                <a:spcPts val="2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The</a:t>
            </a:r>
            <a:r>
              <a:rPr dirty="0" sz="95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Intelligent Student Learning Assistant</a:t>
            </a:r>
            <a:r>
              <a:rPr dirty="0" sz="950" spc="-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93A3B8"/>
                </a:solidFill>
                <a:latin typeface="Arial"/>
                <a:cs typeface="Arial"/>
              </a:rPr>
              <a:t>Using Agentic AI</a:t>
            </a:r>
            <a:r>
              <a:rPr dirty="0" sz="950" spc="-5" b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marks</a:t>
            </a:r>
            <a:r>
              <a:rPr dirty="0" sz="950" spc="-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50">
                <a:solidFill>
                  <a:srgbClr val="93A3B8"/>
                </a:solidFill>
                <a:latin typeface="Tahoma"/>
                <a:cs typeface="Tahoma"/>
              </a:rPr>
              <a:t>a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fundamental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transition from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passive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educational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portals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to autonomous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pedagogical</a:t>
            </a:r>
            <a:r>
              <a:rPr dirty="0" sz="950" spc="7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guides.</a:t>
            </a:r>
            <a:endParaRPr sz="950">
              <a:latin typeface="Tahoma"/>
              <a:cs typeface="Tahoma"/>
            </a:endParaRPr>
          </a:p>
          <a:p>
            <a:pPr marL="153670" marR="139700">
              <a:lnSpc>
                <a:spcPct val="120800"/>
              </a:lnSpc>
              <a:spcBef>
                <a:spcPts val="7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By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integrating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dynamic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schedule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generation,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active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recall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testing,</a:t>
            </a:r>
            <a:r>
              <a:rPr dirty="0" sz="95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and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continuous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diagnostic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remediation,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the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system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empowers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computer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science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engineering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students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to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master</a:t>
            </a:r>
            <a:r>
              <a:rPr dirty="0" sz="950" spc="-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difficult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concepts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 effectively.</a:t>
            </a:r>
            <a:endParaRPr sz="950">
              <a:latin typeface="Tahoma"/>
              <a:cs typeface="Tahoma"/>
            </a:endParaRPr>
          </a:p>
          <a:p>
            <a:pPr marL="153670" marR="379095">
              <a:lnSpc>
                <a:spcPct val="120800"/>
              </a:lnSpc>
              <a:spcBef>
                <a:spcPts val="750"/>
              </a:spcBef>
            </a:pP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Demonstrates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real-world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viability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of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autonomous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multi-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agent</a:t>
            </a:r>
            <a:r>
              <a:rPr dirty="0" sz="950" spc="-2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systems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in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higher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93A3B8"/>
                </a:solidFill>
                <a:latin typeface="Tahoma"/>
                <a:cs typeface="Tahoma"/>
              </a:rPr>
              <a:t>education</a:t>
            </a:r>
            <a:r>
              <a:rPr dirty="0" sz="950" spc="-2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93A3B8"/>
                </a:solidFill>
                <a:latin typeface="Tahoma"/>
                <a:cs typeface="Tahoma"/>
              </a:rPr>
              <a:t>environments.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54698" y="1382145"/>
            <a:ext cx="4383405" cy="18821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38BCF7"/>
                </a:solidFill>
                <a:latin typeface="Arial"/>
                <a:cs typeface="Arial"/>
              </a:rPr>
              <a:t>Future</a:t>
            </a:r>
            <a:r>
              <a:rPr dirty="0" sz="1150" spc="-5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38BCF7"/>
                </a:solidFill>
                <a:latin typeface="Arial"/>
                <a:cs typeface="Arial"/>
              </a:rPr>
              <a:t>Enhancements</a:t>
            </a:r>
            <a:endParaRPr sz="1150">
              <a:latin typeface="Arial"/>
              <a:cs typeface="Arial"/>
            </a:endParaRPr>
          </a:p>
          <a:p>
            <a:pPr marL="369570" marR="329565" indent="-171450">
              <a:lnSpc>
                <a:spcPct val="116700"/>
              </a:lnSpc>
              <a:spcBef>
                <a:spcPts val="570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spc="-10" b="1">
                <a:solidFill>
                  <a:srgbClr val="CAD4E1"/>
                </a:solidFill>
                <a:latin typeface="Arial"/>
                <a:cs typeface="Arial"/>
              </a:rPr>
              <a:t>Voice-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Based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AI</a:t>
            </a:r>
            <a:r>
              <a:rPr dirty="0" sz="950" spc="2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AD4E1"/>
                </a:solidFill>
                <a:latin typeface="Arial"/>
                <a:cs typeface="Arial"/>
              </a:rPr>
              <a:t>Tutor: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Real-time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oral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dialogue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viva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examination simulations.</a:t>
            </a:r>
            <a:endParaRPr sz="950">
              <a:latin typeface="Tahoma"/>
              <a:cs typeface="Tahoma"/>
            </a:endParaRPr>
          </a:p>
          <a:p>
            <a:pPr marL="369570" marR="758190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Multilingual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Learning</a:t>
            </a:r>
            <a:r>
              <a:rPr dirty="0" sz="950" spc="1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Support:</a:t>
            </a:r>
            <a:r>
              <a:rPr dirty="0" sz="950" spc="1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Automatic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localized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content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explanations</a:t>
            </a:r>
            <a:r>
              <a:rPr dirty="0" sz="95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in regional languages 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(Tamil,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 Hindi,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etc.).</a:t>
            </a:r>
            <a:endParaRPr sz="950">
              <a:latin typeface="Tahoma"/>
              <a:cs typeface="Tahoma"/>
            </a:endParaRPr>
          </a:p>
          <a:p>
            <a:pPr marL="369570" marR="222885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College</a:t>
            </a:r>
            <a:r>
              <a:rPr dirty="0" sz="950" spc="2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LMS</a:t>
            </a:r>
            <a:r>
              <a:rPr dirty="0" sz="950" spc="2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Integration:</a:t>
            </a:r>
            <a:r>
              <a:rPr dirty="0" sz="950" spc="2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Deep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synchronization</a:t>
            </a:r>
            <a:r>
              <a:rPr dirty="0" sz="950" spc="-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with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Canvas,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Moodle,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950" spc="-4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university</a:t>
            </a:r>
            <a:r>
              <a:rPr dirty="0" sz="950" spc="-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portal</a:t>
            </a:r>
            <a:r>
              <a:rPr dirty="0" sz="950" spc="-3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databases.</a:t>
            </a:r>
            <a:endParaRPr sz="950">
              <a:latin typeface="Tahoma"/>
              <a:cs typeface="Tahoma"/>
            </a:endParaRPr>
          </a:p>
          <a:p>
            <a:pPr marL="369570" marR="364490" indent="-171450">
              <a:lnSpc>
                <a:spcPct val="116700"/>
              </a:lnSpc>
              <a:spcBef>
                <a:spcPts val="675"/>
              </a:spcBef>
              <a:buClr>
                <a:srgbClr val="38BCF7"/>
              </a:buClr>
              <a:buSzPct val="84210"/>
              <a:buFont typeface="Tahoma"/>
              <a:buChar char="■"/>
              <a:tabLst>
                <a:tab pos="369570" algn="l"/>
              </a:tabLst>
            </a:pPr>
            <a:r>
              <a:rPr dirty="0" sz="950" b="1">
                <a:solidFill>
                  <a:srgbClr val="CAD4E1"/>
                </a:solidFill>
                <a:latin typeface="Arial"/>
                <a:cs typeface="Arial"/>
              </a:rPr>
              <a:t>Native Mobile Application: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Mobile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app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CAD4E1"/>
                </a:solidFill>
                <a:latin typeface="Tahoma"/>
                <a:cs typeface="Tahoma"/>
              </a:rPr>
              <a:t>with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push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alerts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for</a:t>
            </a:r>
            <a:r>
              <a:rPr dirty="0" sz="950" spc="-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spaced-repetition</a:t>
            </a:r>
            <a:r>
              <a:rPr dirty="0" sz="950" spc="-1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active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CAD4E1"/>
                </a:solidFill>
                <a:latin typeface="Tahoma"/>
                <a:cs typeface="Tahoma"/>
              </a:rPr>
              <a:t>recall</a:t>
            </a:r>
            <a:r>
              <a:rPr dirty="0" sz="950" spc="-10">
                <a:solidFill>
                  <a:srgbClr val="CAD4E1"/>
                </a:solidFill>
                <a:latin typeface="Tahoma"/>
                <a:cs typeface="Tahoma"/>
              </a:rPr>
              <a:t> reviews.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98439" y="7122095"/>
            <a:ext cx="115887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Conclusion</a:t>
            </a:r>
            <a:r>
              <a:rPr dirty="0" sz="850" spc="4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&amp;</a:t>
            </a:r>
            <a:r>
              <a:rPr dirty="0" sz="850" spc="4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Roadmap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000" y="1301077"/>
            <a:ext cx="9396095" cy="1264285"/>
            <a:chOff x="648000" y="1301077"/>
            <a:chExt cx="9396095" cy="1264285"/>
          </a:xfrm>
        </p:grpSpPr>
        <p:sp>
          <p:nvSpPr>
            <p:cNvPr id="3" name="object 3"/>
            <p:cNvSpPr/>
            <p:nvPr/>
          </p:nvSpPr>
          <p:spPr>
            <a:xfrm>
              <a:off x="648000" y="1301077"/>
              <a:ext cx="9396095" cy="1264285"/>
            </a:xfrm>
            <a:custGeom>
              <a:avLst/>
              <a:gdLst/>
              <a:ahLst/>
              <a:cxnLst/>
              <a:rect l="l" t="t" r="r" b="b"/>
              <a:pathLst>
                <a:path w="9396095" h="1264285">
                  <a:moveTo>
                    <a:pt x="9310275" y="1264002"/>
                  </a:moveTo>
                  <a:lnTo>
                    <a:pt x="85725" y="1264002"/>
                  </a:lnTo>
                  <a:lnTo>
                    <a:pt x="52439" y="1257238"/>
                  </a:lnTo>
                  <a:lnTo>
                    <a:pt x="25181" y="1238821"/>
                  </a:lnTo>
                  <a:lnTo>
                    <a:pt x="6764" y="1211563"/>
                  </a:lnTo>
                  <a:lnTo>
                    <a:pt x="0" y="1178277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9310275" y="0"/>
                  </a:lnTo>
                  <a:lnTo>
                    <a:pt x="9343560" y="6764"/>
                  </a:lnTo>
                  <a:lnTo>
                    <a:pt x="9370818" y="25181"/>
                  </a:lnTo>
                  <a:lnTo>
                    <a:pt x="9389236" y="52439"/>
                  </a:lnTo>
                  <a:lnTo>
                    <a:pt x="9396000" y="85725"/>
                  </a:lnTo>
                  <a:lnTo>
                    <a:pt x="9396000" y="1178277"/>
                  </a:lnTo>
                  <a:lnTo>
                    <a:pt x="9389236" y="1211563"/>
                  </a:lnTo>
                  <a:lnTo>
                    <a:pt x="9370818" y="1238821"/>
                  </a:lnTo>
                  <a:lnTo>
                    <a:pt x="9343560" y="1257238"/>
                  </a:lnTo>
                  <a:lnTo>
                    <a:pt x="9310275" y="1264002"/>
                  </a:lnTo>
                  <a:close/>
                </a:path>
              </a:pathLst>
            </a:custGeom>
            <a:solidFill>
              <a:srgbClr val="111A2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48000" y="1301077"/>
              <a:ext cx="9396095" cy="1264285"/>
            </a:xfrm>
            <a:custGeom>
              <a:avLst/>
              <a:gdLst/>
              <a:ahLst/>
              <a:cxnLst/>
              <a:rect l="l" t="t" r="r" b="b"/>
              <a:pathLst>
                <a:path w="9396095" h="1264285">
                  <a:moveTo>
                    <a:pt x="9310275" y="1264002"/>
                  </a:moveTo>
                  <a:lnTo>
                    <a:pt x="85725" y="1264002"/>
                  </a:lnTo>
                  <a:lnTo>
                    <a:pt x="52439" y="1257238"/>
                  </a:lnTo>
                  <a:lnTo>
                    <a:pt x="25181" y="1238821"/>
                  </a:lnTo>
                  <a:lnTo>
                    <a:pt x="6764" y="1211563"/>
                  </a:lnTo>
                  <a:lnTo>
                    <a:pt x="0" y="1178277"/>
                  </a:lnTo>
                  <a:lnTo>
                    <a:pt x="0" y="85725"/>
                  </a:lnTo>
                  <a:lnTo>
                    <a:pt x="6764" y="52439"/>
                  </a:lnTo>
                  <a:lnTo>
                    <a:pt x="25181" y="25181"/>
                  </a:lnTo>
                  <a:lnTo>
                    <a:pt x="52439" y="6764"/>
                  </a:lnTo>
                  <a:lnTo>
                    <a:pt x="85725" y="0"/>
                  </a:lnTo>
                  <a:lnTo>
                    <a:pt x="9310275" y="0"/>
                  </a:lnTo>
                  <a:lnTo>
                    <a:pt x="9343560" y="6764"/>
                  </a:lnTo>
                  <a:lnTo>
                    <a:pt x="9347646" y="9525"/>
                  </a:lnTo>
                  <a:lnTo>
                    <a:pt x="85725" y="9525"/>
                  </a:lnTo>
                  <a:lnTo>
                    <a:pt x="56137" y="15537"/>
                  </a:lnTo>
                  <a:lnTo>
                    <a:pt x="31908" y="31908"/>
                  </a:lnTo>
                  <a:lnTo>
                    <a:pt x="15537" y="56137"/>
                  </a:lnTo>
                  <a:lnTo>
                    <a:pt x="9525" y="85725"/>
                  </a:lnTo>
                  <a:lnTo>
                    <a:pt x="9525" y="1178277"/>
                  </a:lnTo>
                  <a:lnTo>
                    <a:pt x="15537" y="1207864"/>
                  </a:lnTo>
                  <a:lnTo>
                    <a:pt x="31908" y="1232094"/>
                  </a:lnTo>
                  <a:lnTo>
                    <a:pt x="56137" y="1248465"/>
                  </a:lnTo>
                  <a:lnTo>
                    <a:pt x="85725" y="1254477"/>
                  </a:lnTo>
                  <a:lnTo>
                    <a:pt x="9347646" y="1254477"/>
                  </a:lnTo>
                  <a:lnTo>
                    <a:pt x="9343560" y="1257238"/>
                  </a:lnTo>
                  <a:lnTo>
                    <a:pt x="9310275" y="1264002"/>
                  </a:lnTo>
                  <a:close/>
                </a:path>
                <a:path w="9396095" h="1264285">
                  <a:moveTo>
                    <a:pt x="9347646" y="1254477"/>
                  </a:moveTo>
                  <a:lnTo>
                    <a:pt x="9310275" y="1254477"/>
                  </a:lnTo>
                  <a:lnTo>
                    <a:pt x="9339862" y="1248465"/>
                  </a:lnTo>
                  <a:lnTo>
                    <a:pt x="9364091" y="1232094"/>
                  </a:lnTo>
                  <a:lnTo>
                    <a:pt x="9380462" y="1207864"/>
                  </a:lnTo>
                  <a:lnTo>
                    <a:pt x="9386475" y="1178277"/>
                  </a:lnTo>
                  <a:lnTo>
                    <a:pt x="9386475" y="85725"/>
                  </a:lnTo>
                  <a:lnTo>
                    <a:pt x="9380462" y="56137"/>
                  </a:lnTo>
                  <a:lnTo>
                    <a:pt x="9364091" y="31908"/>
                  </a:lnTo>
                  <a:lnTo>
                    <a:pt x="9339862" y="15537"/>
                  </a:lnTo>
                  <a:lnTo>
                    <a:pt x="9310275" y="9525"/>
                  </a:lnTo>
                  <a:lnTo>
                    <a:pt x="9347646" y="9525"/>
                  </a:lnTo>
                  <a:lnTo>
                    <a:pt x="9370818" y="25181"/>
                  </a:lnTo>
                  <a:lnTo>
                    <a:pt x="9389236" y="52439"/>
                  </a:lnTo>
                  <a:lnTo>
                    <a:pt x="9396000" y="85725"/>
                  </a:lnTo>
                  <a:lnTo>
                    <a:pt x="9396000" y="1178277"/>
                  </a:lnTo>
                  <a:lnTo>
                    <a:pt x="9389236" y="1211563"/>
                  </a:lnTo>
                  <a:lnTo>
                    <a:pt x="9370818" y="1238821"/>
                  </a:lnTo>
                  <a:lnTo>
                    <a:pt x="9347646" y="1254477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35299" y="458606"/>
            <a:ext cx="9201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 b="1">
                <a:solidFill>
                  <a:srgbClr val="808CF7"/>
                </a:solidFill>
                <a:latin typeface="Arial"/>
                <a:cs typeface="Arial"/>
              </a:rPr>
              <a:t>SLIDE</a:t>
            </a:r>
            <a:r>
              <a:rPr dirty="0" sz="950" spc="200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808CF7"/>
                </a:solidFill>
                <a:latin typeface="Arial"/>
                <a:cs typeface="Arial"/>
              </a:rPr>
              <a:t>/</a:t>
            </a:r>
            <a:r>
              <a:rPr dirty="0" sz="950" spc="204" b="1">
                <a:solidFill>
                  <a:srgbClr val="808CF7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808CF7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35299" y="588102"/>
            <a:ext cx="35648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References</a:t>
            </a:r>
            <a:r>
              <a:rPr dirty="0" sz="1800" spc="-10"/>
              <a:t> </a:t>
            </a:r>
            <a:r>
              <a:rPr dirty="0" sz="1800"/>
              <a:t>&amp;</a:t>
            </a:r>
            <a:r>
              <a:rPr dirty="0" sz="1800" spc="-10"/>
              <a:t> Acknowledgments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4386450" y="2647785"/>
            <a:ext cx="1919605" cy="68707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YOU!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1200">
                <a:solidFill>
                  <a:srgbClr val="38BCF7"/>
                </a:solidFill>
                <a:latin typeface="Tahoma"/>
                <a:cs typeface="Tahoma"/>
              </a:rPr>
              <a:t>Questions &amp;</a:t>
            </a:r>
            <a:r>
              <a:rPr dirty="0" sz="1200" spc="5">
                <a:solidFill>
                  <a:srgbClr val="38BCF7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8BCF7"/>
                </a:solidFill>
                <a:latin typeface="Tahoma"/>
                <a:cs typeface="Tahoma"/>
              </a:rPr>
              <a:t>Discussion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3837" y="3416927"/>
            <a:ext cx="4224655" cy="31877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495300" marR="5080" indent="-483234">
              <a:lnSpc>
                <a:spcPts val="1050"/>
              </a:lnSpc>
              <a:spcBef>
                <a:spcPts val="310"/>
              </a:spcBef>
            </a:pPr>
            <a:r>
              <a:rPr dirty="0" sz="1050" b="1">
                <a:solidFill>
                  <a:srgbClr val="CAD4E1"/>
                </a:solidFill>
                <a:latin typeface="Arial"/>
                <a:cs typeface="Arial"/>
              </a:rPr>
              <a:t>Christopher</a:t>
            </a:r>
            <a:r>
              <a:rPr dirty="0" sz="1050" spc="65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CAD4E1"/>
                </a:solidFill>
                <a:latin typeface="Arial"/>
                <a:cs typeface="Arial"/>
              </a:rPr>
              <a:t>Raja</a:t>
            </a:r>
            <a:r>
              <a:rPr dirty="0" sz="1050" spc="60" b="1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dirty="0" sz="1050" spc="-114">
                <a:solidFill>
                  <a:srgbClr val="CAD4E1"/>
                </a:solidFill>
                <a:latin typeface="Tahoma"/>
                <a:cs typeface="Tahoma"/>
              </a:rPr>
              <a:t>•</a:t>
            </a:r>
            <a:r>
              <a:rPr dirty="0" sz="1050" spc="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CAD4E1"/>
                </a:solidFill>
                <a:latin typeface="Tahoma"/>
                <a:cs typeface="Tahoma"/>
              </a:rPr>
              <a:t>B.E.</a:t>
            </a:r>
            <a:r>
              <a:rPr dirty="0" sz="10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CAD4E1"/>
                </a:solidFill>
                <a:latin typeface="Tahoma"/>
                <a:cs typeface="Tahoma"/>
              </a:rPr>
              <a:t>Computer</a:t>
            </a:r>
            <a:r>
              <a:rPr dirty="0" sz="10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CAD4E1"/>
                </a:solidFill>
                <a:latin typeface="Tahoma"/>
                <a:cs typeface="Tahoma"/>
              </a:rPr>
              <a:t>Science</a:t>
            </a:r>
            <a:r>
              <a:rPr dirty="0" sz="1050" spc="3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CAD4E1"/>
                </a:solidFill>
                <a:latin typeface="Tahoma"/>
                <a:cs typeface="Tahoma"/>
              </a:rPr>
              <a:t>and</a:t>
            </a:r>
            <a:r>
              <a:rPr dirty="0" sz="10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CAD4E1"/>
                </a:solidFill>
                <a:latin typeface="Tahoma"/>
                <a:cs typeface="Tahoma"/>
              </a:rPr>
              <a:t>Engineering</a:t>
            </a:r>
            <a:r>
              <a:rPr dirty="0" sz="1050" spc="25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CAD4E1"/>
                </a:solidFill>
                <a:latin typeface="Tahoma"/>
                <a:cs typeface="Tahoma"/>
              </a:rPr>
              <a:t>(BE.CSE) </a:t>
            </a:r>
            <a:r>
              <a:rPr dirty="0" sz="1050" spc="70">
                <a:solidFill>
                  <a:srgbClr val="93A3B8"/>
                </a:solidFill>
                <a:latin typeface="Tahoma"/>
                <a:cs typeface="Tahoma"/>
              </a:rPr>
              <a:t>RVS</a:t>
            </a:r>
            <a:r>
              <a:rPr dirty="0" sz="10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93A3B8"/>
                </a:solidFill>
                <a:latin typeface="Tahoma"/>
                <a:cs typeface="Tahoma"/>
              </a:rPr>
              <a:t>School</a:t>
            </a:r>
            <a:r>
              <a:rPr dirty="0" sz="1050" spc="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93A3B8"/>
                </a:solidFill>
                <a:latin typeface="Tahoma"/>
                <a:cs typeface="Tahoma"/>
              </a:rPr>
              <a:t>of</a:t>
            </a:r>
            <a:r>
              <a:rPr dirty="0" sz="1050" spc="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93A3B8"/>
                </a:solidFill>
                <a:latin typeface="Tahoma"/>
                <a:cs typeface="Tahoma"/>
              </a:rPr>
              <a:t>Engineering</a:t>
            </a:r>
            <a:r>
              <a:rPr dirty="0" sz="1050" spc="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93A3B8"/>
                </a:solidFill>
                <a:latin typeface="Tahoma"/>
                <a:cs typeface="Tahoma"/>
              </a:rPr>
              <a:t>&amp;</a:t>
            </a:r>
            <a:r>
              <a:rPr dirty="0" sz="1050" spc="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93A3B8"/>
                </a:solidFill>
                <a:latin typeface="Tahoma"/>
                <a:cs typeface="Tahoma"/>
              </a:rPr>
              <a:t>Technology</a:t>
            </a:r>
            <a:r>
              <a:rPr dirty="0" sz="1050" spc="1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93A3B8"/>
                </a:solidFill>
                <a:latin typeface="Tahoma"/>
                <a:cs typeface="Tahoma"/>
              </a:rPr>
              <a:t>(RVS</a:t>
            </a:r>
            <a:r>
              <a:rPr dirty="0" sz="1050" spc="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1050" spc="40">
                <a:solidFill>
                  <a:srgbClr val="93A3B8"/>
                </a:solidFill>
                <a:latin typeface="Tahoma"/>
                <a:cs typeface="Tahoma"/>
              </a:rPr>
              <a:t>SOET)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4374" y="1414165"/>
            <a:ext cx="6153785" cy="962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A5B3FB"/>
                </a:solidFill>
                <a:latin typeface="Arial"/>
                <a:cs typeface="Arial"/>
              </a:rPr>
              <a:t>Key</a:t>
            </a:r>
            <a:r>
              <a:rPr dirty="0" sz="1050" spc="-70" b="1">
                <a:solidFill>
                  <a:srgbClr val="A5B3FB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A5B3FB"/>
                </a:solidFill>
                <a:latin typeface="Arial"/>
                <a:cs typeface="Arial"/>
              </a:rPr>
              <a:t>References:</a:t>
            </a:r>
            <a:endParaRPr sz="1050">
              <a:latin typeface="Arial"/>
              <a:cs typeface="Arial"/>
            </a:endParaRPr>
          </a:p>
          <a:p>
            <a:pPr marL="183515" indent="-1270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183515" algn="l"/>
              </a:tabLst>
            </a:pP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LangChain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&amp;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LangGraph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Architectural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Documentation: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Autonomous</a:t>
            </a:r>
            <a:r>
              <a:rPr dirty="0" sz="90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Tool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Calling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and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State</a:t>
            </a:r>
            <a:r>
              <a:rPr dirty="0" sz="900" spc="3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Management</a:t>
            </a:r>
            <a:r>
              <a:rPr dirty="0" sz="900" spc="3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(2024-2026).</a:t>
            </a:r>
            <a:endParaRPr sz="900">
              <a:latin typeface="Tahoma"/>
              <a:cs typeface="Tahoma"/>
            </a:endParaRPr>
          </a:p>
          <a:p>
            <a:pPr marL="183515" indent="-12700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183515" algn="l"/>
              </a:tabLst>
            </a:pP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Bloom,</a:t>
            </a:r>
            <a:r>
              <a:rPr dirty="0" sz="90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B.</a:t>
            </a:r>
            <a:r>
              <a:rPr dirty="0" sz="90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S.,</a:t>
            </a:r>
            <a:r>
              <a:rPr dirty="0" sz="90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et</a:t>
            </a:r>
            <a:r>
              <a:rPr dirty="0" sz="90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al.</a:t>
            </a:r>
            <a:r>
              <a:rPr dirty="0" sz="900" spc="-4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 spc="-10" i="1">
                <a:solidFill>
                  <a:srgbClr val="93A3B8"/>
                </a:solidFill>
                <a:latin typeface="Arial"/>
                <a:cs typeface="Arial"/>
              </a:rPr>
              <a:t>Taxonomy</a:t>
            </a:r>
            <a:r>
              <a:rPr dirty="0" sz="900" spc="-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of</a:t>
            </a:r>
            <a:r>
              <a:rPr dirty="0" sz="900" spc="-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Educational</a:t>
            </a:r>
            <a:r>
              <a:rPr dirty="0" sz="900" spc="-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93A3B8"/>
                </a:solidFill>
                <a:latin typeface="Arial"/>
                <a:cs typeface="Arial"/>
              </a:rPr>
              <a:t>Objectives:</a:t>
            </a:r>
            <a:r>
              <a:rPr dirty="0" sz="900" spc="-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The Classification</a:t>
            </a:r>
            <a:r>
              <a:rPr dirty="0" sz="900" spc="-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of</a:t>
            </a:r>
            <a:r>
              <a:rPr dirty="0" sz="900" spc="-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Educational</a:t>
            </a:r>
            <a:r>
              <a:rPr dirty="0" sz="900" spc="-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93A3B8"/>
                </a:solidFill>
                <a:latin typeface="Arial"/>
                <a:cs typeface="Arial"/>
              </a:rPr>
              <a:t>Goals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  <a:p>
            <a:pPr marL="183515" indent="-127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183515" algn="l"/>
              </a:tabLst>
            </a:pP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Ebbinghaus,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H.</a:t>
            </a:r>
            <a:r>
              <a:rPr dirty="0" sz="90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Memory:</a:t>
            </a:r>
            <a:r>
              <a:rPr dirty="0" sz="900" spc="2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A</a:t>
            </a:r>
            <a:r>
              <a:rPr dirty="0" sz="900" spc="30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Contribution</a:t>
            </a:r>
            <a:r>
              <a:rPr dirty="0" sz="900" spc="30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to</a:t>
            </a:r>
            <a:r>
              <a:rPr dirty="0" sz="900" spc="2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93A3B8"/>
                </a:solidFill>
                <a:latin typeface="Arial"/>
                <a:cs typeface="Arial"/>
              </a:rPr>
              <a:t>Experimental</a:t>
            </a:r>
            <a:r>
              <a:rPr dirty="0" sz="900" spc="30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93A3B8"/>
                </a:solidFill>
                <a:latin typeface="Arial"/>
                <a:cs typeface="Arial"/>
              </a:rPr>
              <a:t>Psychology</a:t>
            </a:r>
            <a:r>
              <a:rPr dirty="0" sz="900" spc="15" i="1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(Spacing</a:t>
            </a:r>
            <a:r>
              <a:rPr dirty="0" sz="90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Effect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&amp;</a:t>
            </a:r>
            <a:r>
              <a:rPr dirty="0" sz="90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Spaced</a:t>
            </a:r>
            <a:r>
              <a:rPr dirty="0" sz="900" spc="-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Repetition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 Algorithms).</a:t>
            </a:r>
            <a:endParaRPr sz="900">
              <a:latin typeface="Tahoma"/>
              <a:cs typeface="Tahoma"/>
            </a:endParaRPr>
          </a:p>
          <a:p>
            <a:pPr marL="183515" indent="-1270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83515" algn="l"/>
              </a:tabLst>
            </a:pPr>
            <a:r>
              <a:rPr dirty="0" sz="900" spc="55">
                <a:solidFill>
                  <a:srgbClr val="93A3B8"/>
                </a:solidFill>
                <a:latin typeface="Tahoma"/>
                <a:cs typeface="Tahoma"/>
              </a:rPr>
              <a:t>RVS</a:t>
            </a:r>
            <a:r>
              <a:rPr dirty="0" sz="90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School</a:t>
            </a:r>
            <a:r>
              <a:rPr dirty="0" sz="900" spc="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of</a:t>
            </a:r>
            <a:r>
              <a:rPr dirty="0" sz="90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Engineering</a:t>
            </a:r>
            <a:r>
              <a:rPr dirty="0" sz="900" spc="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&amp;</a:t>
            </a:r>
            <a:r>
              <a:rPr dirty="0" sz="90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Technology</a:t>
            </a:r>
            <a:r>
              <a:rPr dirty="0" sz="900" spc="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(RVS</a:t>
            </a:r>
            <a:r>
              <a:rPr dirty="0" sz="90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SOET)</a:t>
            </a:r>
            <a:r>
              <a:rPr dirty="0" sz="900" spc="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Computer</a:t>
            </a:r>
            <a:r>
              <a:rPr dirty="0" sz="900" spc="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Science</a:t>
            </a:r>
            <a:r>
              <a:rPr dirty="0" sz="90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Engineering</a:t>
            </a:r>
            <a:r>
              <a:rPr dirty="0" sz="900" spc="50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93A3B8"/>
                </a:solidFill>
                <a:latin typeface="Tahoma"/>
                <a:cs typeface="Tahoma"/>
              </a:rPr>
              <a:t>Curriculum</a:t>
            </a:r>
            <a:r>
              <a:rPr dirty="0" sz="900" spc="45">
                <a:solidFill>
                  <a:srgbClr val="93A3B8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93A3B8"/>
                </a:solidFill>
                <a:latin typeface="Tahoma"/>
                <a:cs typeface="Tahoma"/>
              </a:rPr>
              <a:t>Guidelines.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8000" y="7097377"/>
            <a:ext cx="9396095" cy="9525"/>
          </a:xfrm>
          <a:custGeom>
            <a:avLst/>
            <a:gdLst/>
            <a:ahLst/>
            <a:cxnLst/>
            <a:rect l="l" t="t" r="r" b="b"/>
            <a:pathLst>
              <a:path w="9396095" h="9525">
                <a:moveTo>
                  <a:pt x="9396000" y="9525"/>
                </a:moveTo>
                <a:lnTo>
                  <a:pt x="0" y="9525"/>
                </a:lnTo>
                <a:lnTo>
                  <a:pt x="0" y="0"/>
                </a:lnTo>
                <a:lnTo>
                  <a:pt x="9396000" y="0"/>
                </a:lnTo>
                <a:lnTo>
                  <a:pt x="9396000" y="9525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5299" y="7122095"/>
            <a:ext cx="38227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64748A"/>
                </a:solidFill>
                <a:latin typeface="Tahoma"/>
                <a:cs typeface="Tahoma"/>
              </a:rPr>
              <a:t>Intelligent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Student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Learning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Assistant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10">
                <a:solidFill>
                  <a:srgbClr val="64748A"/>
                </a:solidFill>
                <a:latin typeface="Tahoma"/>
                <a:cs typeface="Tahoma"/>
              </a:rPr>
              <a:t>|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Christopher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Raja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64748A"/>
                </a:solidFill>
                <a:latin typeface="Tahoma"/>
                <a:cs typeface="Tahoma"/>
              </a:rPr>
              <a:t>RVS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SOET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-100">
                <a:solidFill>
                  <a:srgbClr val="64748A"/>
                </a:solidFill>
                <a:latin typeface="Tahoma"/>
                <a:cs typeface="Tahoma"/>
              </a:rPr>
              <a:t>•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 spc="55">
                <a:solidFill>
                  <a:srgbClr val="64748A"/>
                </a:solidFill>
                <a:latin typeface="Tahoma"/>
                <a:cs typeface="Tahoma"/>
              </a:rPr>
              <a:t>BE.CSE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86697" y="7122095"/>
            <a:ext cx="97028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End</a:t>
            </a:r>
            <a:r>
              <a:rPr dirty="0" sz="850" spc="-5">
                <a:solidFill>
                  <a:srgbClr val="64748A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64748A"/>
                </a:solidFill>
                <a:latin typeface="Tahoma"/>
                <a:cs typeface="Tahoma"/>
              </a:rPr>
              <a:t>of </a:t>
            </a:r>
            <a:r>
              <a:rPr dirty="0" sz="850" spc="-10">
                <a:solidFill>
                  <a:srgbClr val="64748A"/>
                </a:solidFill>
                <a:latin typeface="Tahoma"/>
                <a:cs typeface="Tahoma"/>
              </a:rPr>
              <a:t>Presentation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Student Learning Assistant Using Agentic AI</dc:title>
  <dcterms:created xsi:type="dcterms:W3CDTF">2026-09-14T05:53:34Z</dcterms:created>
  <dcterms:modified xsi:type="dcterms:W3CDTF">2026-09-14T05:53:34Z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2026-09-14T00:00:00Z</vt:filetime>
  </property>
  <property fmtid="{D5CDD505-2E9C-101B-9397-08002B2CF9AE}" pid="4" name="Producer">
    <vt:lpwstr>WeasyPrint 62.3</vt:lpwstr>
  </property>
  <property fmtid="{D5CDD505-2E9C-101B-9397-08002B2CF9AE}" pid="5" name="LastSaved">
    <vt:filetime>2026-09-14T00:00:00Z</vt:filetime>
  </property>
</Properties>
</file>